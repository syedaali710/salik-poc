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3716000" cx="24384000"/>
  <p:notesSz cx="6805600" cy="99441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016">
          <p15:clr>
            <a:srgbClr val="A4A3A4"/>
          </p15:clr>
        </p15:guide>
        <p15:guide id="2" pos="14544">
          <p15:clr>
            <a:srgbClr val="A4A3A4"/>
          </p15:clr>
        </p15:guide>
        <p15:guide id="3" pos="744">
          <p15:clr>
            <a:srgbClr val="A4A3A4"/>
          </p15:clr>
        </p15:guide>
        <p15:guide id="4" orient="horz" pos="1080">
          <p15:clr>
            <a:srgbClr val="A4A3A4"/>
          </p15:clr>
        </p15:guide>
        <p15:guide id="5" pos="7896">
          <p15:clr>
            <a:srgbClr val="A4A3A4"/>
          </p15:clr>
        </p15:guide>
        <p15:guide id="6" pos="70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016" orient="horz"/>
        <p:guide pos="14544"/>
        <p:guide pos="744"/>
        <p:guide pos="1080" orient="horz"/>
        <p:guide pos="7896"/>
        <p:guide pos="7056"/>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9099" cy="498932"/>
          </a:xfrm>
          <a:prstGeom prst="rect">
            <a:avLst/>
          </a:prstGeom>
          <a:noFill/>
          <a:ln>
            <a:noFill/>
          </a:ln>
        </p:spPr>
        <p:txBody>
          <a:bodyPr anchorCtr="0" anchor="t" bIns="45775" lIns="91550" spcFirstLastPara="1" rIns="91550" wrap="square" tIns="45775">
            <a:noAutofit/>
          </a:bodyPr>
          <a:lstStyle>
            <a:lvl1pPr lvl="0" marR="0" rtl="1"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4940" y="1"/>
            <a:ext cx="2949099" cy="498932"/>
          </a:xfrm>
          <a:prstGeom prst="rect">
            <a:avLst/>
          </a:prstGeom>
          <a:noFill/>
          <a:ln>
            <a:noFill/>
          </a:ln>
        </p:spPr>
        <p:txBody>
          <a:bodyPr anchorCtr="0" anchor="t" bIns="45775" lIns="91550" spcFirstLastPara="1" rIns="91550" wrap="square" tIns="45775">
            <a:noAutofit/>
          </a:bodyPr>
          <a:lstStyle>
            <a:lvl1pPr lvl="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20688"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0562" y="4785598"/>
            <a:ext cx="5444490" cy="3915491"/>
          </a:xfrm>
          <a:prstGeom prst="rect">
            <a:avLst/>
          </a:prstGeom>
          <a:noFill/>
          <a:ln>
            <a:noFill/>
          </a:ln>
        </p:spPr>
        <p:txBody>
          <a:bodyPr anchorCtr="0" anchor="t" bIns="45775" lIns="91550" spcFirstLastPara="1" rIns="91550" wrap="square" tIns="45775">
            <a:noAutofit/>
          </a:bodyPr>
          <a:lstStyle>
            <a:lvl1pPr indent="-228600" lvl="0" marL="4572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45169"/>
            <a:ext cx="2949099" cy="498931"/>
          </a:xfrm>
          <a:prstGeom prst="rect">
            <a:avLst/>
          </a:prstGeom>
          <a:noFill/>
          <a:ln>
            <a:noFill/>
          </a:ln>
        </p:spPr>
        <p:txBody>
          <a:bodyPr anchorCtr="0" anchor="b" bIns="45775" lIns="91550" spcFirstLastPara="1" rIns="91550" wrap="square" tIns="45775">
            <a:noAutofit/>
          </a:bodyPr>
          <a:lstStyle>
            <a:lvl1pPr lvl="0" marR="0" rtl="1"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3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4940" y="9445169"/>
            <a:ext cx="2949099" cy="498931"/>
          </a:xfrm>
          <a:prstGeom prst="rect">
            <a:avLst/>
          </a:prstGeom>
          <a:noFill/>
          <a:ln>
            <a:noFill/>
          </a:ln>
        </p:spPr>
        <p:txBody>
          <a:bodyPr anchorCtr="0" anchor="b" bIns="45775" lIns="91550" spcFirstLastPara="1" rIns="91550" wrap="square" tIns="45775">
            <a:noAutofit/>
          </a:bodyPr>
          <a:lstStyle/>
          <a:p>
            <a:pPr indent="0" lvl="0" marL="0" marR="0" rtl="1"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notes"/>
          <p:cNvSpPr/>
          <p:nvPr>
            <p:ph idx="2" type="sldImg"/>
          </p:nvPr>
        </p:nvSpPr>
        <p:spPr>
          <a:xfrm>
            <a:off x="420688"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notes"/>
          <p:cNvSpPr txBox="1"/>
          <p:nvPr>
            <p:ph idx="1" type="body"/>
          </p:nvPr>
        </p:nvSpPr>
        <p:spPr>
          <a:xfrm>
            <a:off x="680562" y="4785598"/>
            <a:ext cx="5444490" cy="3915491"/>
          </a:xfrm>
          <a:prstGeom prst="rect">
            <a:avLst/>
          </a:prstGeom>
          <a:noFill/>
          <a:ln>
            <a:noFill/>
          </a:ln>
        </p:spPr>
        <p:txBody>
          <a:bodyPr anchorCtr="0" anchor="t" bIns="45775" lIns="91550" spcFirstLastPara="1" rIns="91550" wrap="square" tIns="45775">
            <a:noAutofit/>
          </a:bodyPr>
          <a:lstStyle/>
          <a:p>
            <a:pPr indent="0" lvl="0" marL="0" rtl="0" algn="l">
              <a:spcBef>
                <a:spcPts val="0"/>
              </a:spcBef>
              <a:spcAft>
                <a:spcPts val="0"/>
              </a:spcAft>
              <a:buNone/>
            </a:pPr>
            <a:r>
              <a:t/>
            </a:r>
            <a:endParaRPr/>
          </a:p>
        </p:txBody>
      </p:sp>
      <p:sp>
        <p:nvSpPr>
          <p:cNvPr id="188" name="Google Shape;188;p1:notes"/>
          <p:cNvSpPr txBox="1"/>
          <p:nvPr>
            <p:ph idx="12" type="sldNum"/>
          </p:nvPr>
        </p:nvSpPr>
        <p:spPr>
          <a:xfrm>
            <a:off x="3854940" y="9445169"/>
            <a:ext cx="2949099" cy="498931"/>
          </a:xfrm>
          <a:prstGeom prst="rect">
            <a:avLst/>
          </a:prstGeom>
          <a:noFill/>
          <a:ln>
            <a:noFill/>
          </a:ln>
        </p:spPr>
        <p:txBody>
          <a:bodyPr anchorCtr="0" anchor="b" bIns="45775" lIns="91550" spcFirstLastPara="1" rIns="91550" wrap="square" tIns="45775">
            <a:noAutofit/>
          </a:bodyPr>
          <a:lstStyle/>
          <a:p>
            <a:pPr indent="0" lvl="0" marL="0" rtl="1"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3:notes"/>
          <p:cNvSpPr/>
          <p:nvPr>
            <p:ph idx="2" type="sldImg"/>
          </p:nvPr>
        </p:nvSpPr>
        <p:spPr>
          <a:xfrm>
            <a:off x="420688" y="1243013"/>
            <a:ext cx="5964300" cy="335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3:notes"/>
          <p:cNvSpPr txBox="1"/>
          <p:nvPr>
            <p:ph idx="1" type="body"/>
          </p:nvPr>
        </p:nvSpPr>
        <p:spPr>
          <a:xfrm>
            <a:off x="680562" y="4785598"/>
            <a:ext cx="5444400" cy="3915600"/>
          </a:xfrm>
          <a:prstGeom prst="rect">
            <a:avLst/>
          </a:prstGeom>
          <a:noFill/>
          <a:ln>
            <a:noFill/>
          </a:ln>
        </p:spPr>
        <p:txBody>
          <a:bodyPr anchorCtr="0" anchor="t" bIns="45775" lIns="91550" spcFirstLastPara="1" rIns="91550" wrap="square" tIns="45775">
            <a:noAutofit/>
          </a:bodyPr>
          <a:lstStyle/>
          <a:p>
            <a:pPr indent="0" lvl="0" marL="0" rtl="0" algn="l">
              <a:spcBef>
                <a:spcPts val="0"/>
              </a:spcBef>
              <a:spcAft>
                <a:spcPts val="0"/>
              </a:spcAft>
              <a:buNone/>
            </a:pPr>
            <a:r>
              <a:t/>
            </a:r>
            <a:endParaRPr/>
          </a:p>
        </p:txBody>
      </p:sp>
      <p:sp>
        <p:nvSpPr>
          <p:cNvPr id="195" name="Google Shape;195;p3:notes"/>
          <p:cNvSpPr txBox="1"/>
          <p:nvPr>
            <p:ph idx="12" type="sldNum"/>
          </p:nvPr>
        </p:nvSpPr>
        <p:spPr>
          <a:xfrm>
            <a:off x="3854940" y="9445169"/>
            <a:ext cx="2949000" cy="498900"/>
          </a:xfrm>
          <a:prstGeom prst="rect">
            <a:avLst/>
          </a:prstGeom>
          <a:noFill/>
          <a:ln>
            <a:noFill/>
          </a:ln>
        </p:spPr>
        <p:txBody>
          <a:bodyPr anchorCtr="0" anchor="b" bIns="45775" lIns="91550" spcFirstLastPara="1" rIns="91550" wrap="square" tIns="45775">
            <a:noAutofit/>
          </a:bodyPr>
          <a:lstStyle/>
          <a:p>
            <a:pPr indent="0" lvl="0" marL="0" rtl="1"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4:notes"/>
          <p:cNvSpPr/>
          <p:nvPr>
            <p:ph idx="2" type="sldImg"/>
          </p:nvPr>
        </p:nvSpPr>
        <p:spPr>
          <a:xfrm>
            <a:off x="420688" y="1243013"/>
            <a:ext cx="5964300" cy="335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4:notes"/>
          <p:cNvSpPr txBox="1"/>
          <p:nvPr>
            <p:ph idx="1" type="body"/>
          </p:nvPr>
        </p:nvSpPr>
        <p:spPr>
          <a:xfrm>
            <a:off x="680562" y="4785598"/>
            <a:ext cx="5444400" cy="3915600"/>
          </a:xfrm>
          <a:prstGeom prst="rect">
            <a:avLst/>
          </a:prstGeom>
          <a:noFill/>
          <a:ln>
            <a:noFill/>
          </a:ln>
        </p:spPr>
        <p:txBody>
          <a:bodyPr anchorCtr="0" anchor="t" bIns="45775" lIns="91550" spcFirstLastPara="1" rIns="91550" wrap="square" tIns="45775">
            <a:noAutofit/>
          </a:bodyPr>
          <a:lstStyle/>
          <a:p>
            <a:pPr indent="0" lvl="0" marL="0" rtl="0" algn="l">
              <a:spcBef>
                <a:spcPts val="0"/>
              </a:spcBef>
              <a:spcAft>
                <a:spcPts val="0"/>
              </a:spcAft>
              <a:buNone/>
            </a:pPr>
            <a:r>
              <a:t/>
            </a:r>
            <a:endParaRPr/>
          </a:p>
        </p:txBody>
      </p:sp>
      <p:sp>
        <p:nvSpPr>
          <p:cNvPr id="202" name="Google Shape;202;p4:notes"/>
          <p:cNvSpPr txBox="1"/>
          <p:nvPr>
            <p:ph idx="12" type="sldNum"/>
          </p:nvPr>
        </p:nvSpPr>
        <p:spPr>
          <a:xfrm>
            <a:off x="3854940" y="9445169"/>
            <a:ext cx="2949000" cy="498900"/>
          </a:xfrm>
          <a:prstGeom prst="rect">
            <a:avLst/>
          </a:prstGeom>
          <a:noFill/>
          <a:ln>
            <a:noFill/>
          </a:ln>
        </p:spPr>
        <p:txBody>
          <a:bodyPr anchorCtr="0" anchor="b" bIns="45775" lIns="91550" spcFirstLastPara="1" rIns="91550" wrap="square" tIns="45775">
            <a:noAutofit/>
          </a:bodyPr>
          <a:lstStyle/>
          <a:p>
            <a:pPr indent="0" lvl="0" marL="0" rtl="1"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p:nvPr>
            <p:ph idx="2" type="sldImg"/>
          </p:nvPr>
        </p:nvSpPr>
        <p:spPr>
          <a:xfrm>
            <a:off x="420688" y="1243013"/>
            <a:ext cx="5964300" cy="335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5:notes"/>
          <p:cNvSpPr txBox="1"/>
          <p:nvPr>
            <p:ph idx="1" type="body"/>
          </p:nvPr>
        </p:nvSpPr>
        <p:spPr>
          <a:xfrm>
            <a:off x="680562" y="4785598"/>
            <a:ext cx="5444400" cy="3915600"/>
          </a:xfrm>
          <a:prstGeom prst="rect">
            <a:avLst/>
          </a:prstGeom>
          <a:noFill/>
          <a:ln>
            <a:noFill/>
          </a:ln>
        </p:spPr>
        <p:txBody>
          <a:bodyPr anchorCtr="0" anchor="t" bIns="45775" lIns="91550" spcFirstLastPara="1" rIns="91550" wrap="square" tIns="45775">
            <a:noAutofit/>
          </a:bodyPr>
          <a:lstStyle/>
          <a:p>
            <a:pPr indent="0" lvl="0" marL="0" rtl="0" algn="l">
              <a:spcBef>
                <a:spcPts val="0"/>
              </a:spcBef>
              <a:spcAft>
                <a:spcPts val="0"/>
              </a:spcAft>
              <a:buNone/>
            </a:pPr>
            <a:r>
              <a:t/>
            </a:r>
            <a:endParaRPr/>
          </a:p>
        </p:txBody>
      </p:sp>
      <p:sp>
        <p:nvSpPr>
          <p:cNvPr id="209" name="Google Shape;209;p5:notes"/>
          <p:cNvSpPr txBox="1"/>
          <p:nvPr>
            <p:ph idx="12" type="sldNum"/>
          </p:nvPr>
        </p:nvSpPr>
        <p:spPr>
          <a:xfrm>
            <a:off x="3854940" y="9445169"/>
            <a:ext cx="2949000" cy="498900"/>
          </a:xfrm>
          <a:prstGeom prst="rect">
            <a:avLst/>
          </a:prstGeom>
          <a:noFill/>
          <a:ln>
            <a:noFill/>
          </a:ln>
        </p:spPr>
        <p:txBody>
          <a:bodyPr anchorCtr="0" anchor="b" bIns="45775" lIns="91550" spcFirstLastPara="1" rIns="91550" wrap="square" tIns="45775">
            <a:noAutofit/>
          </a:bodyPr>
          <a:lstStyle/>
          <a:p>
            <a:pPr indent="0" lvl="0" marL="0" rtl="1"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6:notes"/>
          <p:cNvSpPr/>
          <p:nvPr>
            <p:ph idx="2" type="sldImg"/>
          </p:nvPr>
        </p:nvSpPr>
        <p:spPr>
          <a:xfrm>
            <a:off x="420688"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6:notes"/>
          <p:cNvSpPr txBox="1"/>
          <p:nvPr>
            <p:ph idx="1" type="body"/>
          </p:nvPr>
        </p:nvSpPr>
        <p:spPr>
          <a:xfrm>
            <a:off x="680562" y="4785598"/>
            <a:ext cx="5444490" cy="3915491"/>
          </a:xfrm>
          <a:prstGeom prst="rect">
            <a:avLst/>
          </a:prstGeom>
          <a:noFill/>
          <a:ln>
            <a:noFill/>
          </a:ln>
        </p:spPr>
        <p:txBody>
          <a:bodyPr anchorCtr="0" anchor="t" bIns="45775" lIns="91550" spcFirstLastPara="1" rIns="91550" wrap="square" tIns="45775">
            <a:noAutofit/>
          </a:bodyPr>
          <a:lstStyle/>
          <a:p>
            <a:pPr indent="0" lvl="0" marL="0" rtl="0" algn="l">
              <a:spcBef>
                <a:spcPts val="0"/>
              </a:spcBef>
              <a:spcAft>
                <a:spcPts val="0"/>
              </a:spcAft>
              <a:buNone/>
            </a:pPr>
            <a:r>
              <a:t/>
            </a:r>
            <a:endParaRPr/>
          </a:p>
        </p:txBody>
      </p:sp>
      <p:sp>
        <p:nvSpPr>
          <p:cNvPr id="228" name="Google Shape;228;p6:notes"/>
          <p:cNvSpPr txBox="1"/>
          <p:nvPr>
            <p:ph idx="12" type="sldNum"/>
          </p:nvPr>
        </p:nvSpPr>
        <p:spPr>
          <a:xfrm>
            <a:off x="3854940" y="9445169"/>
            <a:ext cx="2949099" cy="498931"/>
          </a:xfrm>
          <a:prstGeom prst="rect">
            <a:avLst/>
          </a:prstGeom>
          <a:noFill/>
          <a:ln>
            <a:noFill/>
          </a:ln>
        </p:spPr>
        <p:txBody>
          <a:bodyPr anchorCtr="0" anchor="b" bIns="45775" lIns="91550" spcFirstLastPara="1" rIns="91550" wrap="square" tIns="45775">
            <a:noAutofit/>
          </a:bodyPr>
          <a:lstStyle/>
          <a:p>
            <a:pPr indent="0" lvl="0" marL="0" rtl="1"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7:notes"/>
          <p:cNvSpPr/>
          <p:nvPr>
            <p:ph idx="2" type="sldImg"/>
          </p:nvPr>
        </p:nvSpPr>
        <p:spPr>
          <a:xfrm>
            <a:off x="420688"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7:notes"/>
          <p:cNvSpPr txBox="1"/>
          <p:nvPr>
            <p:ph idx="1" type="body"/>
          </p:nvPr>
        </p:nvSpPr>
        <p:spPr>
          <a:xfrm>
            <a:off x="680562" y="4785598"/>
            <a:ext cx="5444490" cy="3915491"/>
          </a:xfrm>
          <a:prstGeom prst="rect">
            <a:avLst/>
          </a:prstGeom>
          <a:noFill/>
          <a:ln>
            <a:noFill/>
          </a:ln>
        </p:spPr>
        <p:txBody>
          <a:bodyPr anchorCtr="0" anchor="t" bIns="45775" lIns="91550" spcFirstLastPara="1" rIns="91550" wrap="square" tIns="45775">
            <a:noAutofit/>
          </a:bodyPr>
          <a:lstStyle/>
          <a:p>
            <a:pPr indent="0" lvl="0" marL="0" rtl="0" algn="l">
              <a:spcBef>
                <a:spcPts val="0"/>
              </a:spcBef>
              <a:spcAft>
                <a:spcPts val="0"/>
              </a:spcAft>
              <a:buNone/>
            </a:pPr>
            <a:r>
              <a:t/>
            </a:r>
            <a:endParaRPr/>
          </a:p>
        </p:txBody>
      </p:sp>
      <p:sp>
        <p:nvSpPr>
          <p:cNvPr id="254" name="Google Shape;254;p7:notes"/>
          <p:cNvSpPr txBox="1"/>
          <p:nvPr>
            <p:ph idx="12" type="sldNum"/>
          </p:nvPr>
        </p:nvSpPr>
        <p:spPr>
          <a:xfrm>
            <a:off x="3854940" y="9445169"/>
            <a:ext cx="2949099" cy="498931"/>
          </a:xfrm>
          <a:prstGeom prst="rect">
            <a:avLst/>
          </a:prstGeom>
          <a:noFill/>
          <a:ln>
            <a:noFill/>
          </a:ln>
        </p:spPr>
        <p:txBody>
          <a:bodyPr anchorCtr="0" anchor="b" bIns="45775" lIns="91550" spcFirstLastPara="1" rIns="91550" wrap="square" tIns="45775">
            <a:noAutofit/>
          </a:bodyPr>
          <a:lstStyle/>
          <a:p>
            <a:pPr indent="0" lvl="0" marL="0" rtl="1"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8:notes"/>
          <p:cNvSpPr/>
          <p:nvPr>
            <p:ph idx="2" type="sldImg"/>
          </p:nvPr>
        </p:nvSpPr>
        <p:spPr>
          <a:xfrm>
            <a:off x="420688"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8:notes"/>
          <p:cNvSpPr txBox="1"/>
          <p:nvPr>
            <p:ph idx="1" type="body"/>
          </p:nvPr>
        </p:nvSpPr>
        <p:spPr>
          <a:xfrm>
            <a:off x="680562" y="4785598"/>
            <a:ext cx="5444490" cy="3915491"/>
          </a:xfrm>
          <a:prstGeom prst="rect">
            <a:avLst/>
          </a:prstGeom>
          <a:noFill/>
          <a:ln>
            <a:noFill/>
          </a:ln>
        </p:spPr>
        <p:txBody>
          <a:bodyPr anchorCtr="0" anchor="t" bIns="45775" lIns="91550" spcFirstLastPara="1" rIns="91550" wrap="square" tIns="45775">
            <a:noAutofit/>
          </a:bodyPr>
          <a:lstStyle/>
          <a:p>
            <a:pPr indent="0" lvl="0" marL="0" rtl="0" algn="l">
              <a:spcBef>
                <a:spcPts val="0"/>
              </a:spcBef>
              <a:spcAft>
                <a:spcPts val="0"/>
              </a:spcAft>
              <a:buNone/>
            </a:pPr>
            <a:r>
              <a:t/>
            </a:r>
            <a:endParaRPr/>
          </a:p>
        </p:txBody>
      </p:sp>
      <p:sp>
        <p:nvSpPr>
          <p:cNvPr id="266" name="Google Shape;266;p8:notes"/>
          <p:cNvSpPr txBox="1"/>
          <p:nvPr>
            <p:ph idx="12" type="sldNum"/>
          </p:nvPr>
        </p:nvSpPr>
        <p:spPr>
          <a:xfrm>
            <a:off x="3854940" y="9445169"/>
            <a:ext cx="2949099" cy="498931"/>
          </a:xfrm>
          <a:prstGeom prst="rect">
            <a:avLst/>
          </a:prstGeom>
          <a:noFill/>
          <a:ln>
            <a:noFill/>
          </a:ln>
        </p:spPr>
        <p:txBody>
          <a:bodyPr anchorCtr="0" anchor="b" bIns="45775" lIns="91550" spcFirstLastPara="1" rIns="91550" wrap="square" tIns="45775">
            <a:noAutofit/>
          </a:bodyPr>
          <a:lstStyle/>
          <a:p>
            <a:pPr indent="0" lvl="0" marL="0" rtl="1"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9:notes"/>
          <p:cNvSpPr/>
          <p:nvPr>
            <p:ph idx="2" type="sldImg"/>
          </p:nvPr>
        </p:nvSpPr>
        <p:spPr>
          <a:xfrm>
            <a:off x="420688"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9:notes"/>
          <p:cNvSpPr txBox="1"/>
          <p:nvPr>
            <p:ph idx="1" type="body"/>
          </p:nvPr>
        </p:nvSpPr>
        <p:spPr>
          <a:xfrm>
            <a:off x="680562" y="4785598"/>
            <a:ext cx="5444490" cy="3915491"/>
          </a:xfrm>
          <a:prstGeom prst="rect">
            <a:avLst/>
          </a:prstGeom>
          <a:noFill/>
          <a:ln>
            <a:noFill/>
          </a:ln>
        </p:spPr>
        <p:txBody>
          <a:bodyPr anchorCtr="0" anchor="t" bIns="45775" lIns="91550" spcFirstLastPara="1" rIns="91550" wrap="square" tIns="45775">
            <a:noAutofit/>
          </a:bodyPr>
          <a:lstStyle/>
          <a:p>
            <a:pPr indent="0" lvl="0" marL="0" rtl="0" algn="l">
              <a:spcBef>
                <a:spcPts val="0"/>
              </a:spcBef>
              <a:spcAft>
                <a:spcPts val="0"/>
              </a:spcAft>
              <a:buNone/>
            </a:pPr>
            <a:r>
              <a:t/>
            </a:r>
            <a:endParaRPr/>
          </a:p>
        </p:txBody>
      </p:sp>
      <p:sp>
        <p:nvSpPr>
          <p:cNvPr id="285" name="Google Shape;285;p9:notes"/>
          <p:cNvSpPr txBox="1"/>
          <p:nvPr>
            <p:ph idx="12" type="sldNum"/>
          </p:nvPr>
        </p:nvSpPr>
        <p:spPr>
          <a:xfrm>
            <a:off x="3854940" y="9445169"/>
            <a:ext cx="2949099" cy="498931"/>
          </a:xfrm>
          <a:prstGeom prst="rect">
            <a:avLst/>
          </a:prstGeom>
          <a:noFill/>
          <a:ln>
            <a:noFill/>
          </a:ln>
        </p:spPr>
        <p:txBody>
          <a:bodyPr anchorCtr="0" anchor="b" bIns="45775" lIns="91550" spcFirstLastPara="1" rIns="91550" wrap="square" tIns="45775">
            <a:noAutofit/>
          </a:bodyPr>
          <a:lstStyle/>
          <a:p>
            <a:pPr indent="0" lvl="0" marL="0" rtl="1"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0:notes"/>
          <p:cNvSpPr/>
          <p:nvPr>
            <p:ph idx="2" type="sldImg"/>
          </p:nvPr>
        </p:nvSpPr>
        <p:spPr>
          <a:xfrm>
            <a:off x="420688"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0:notes"/>
          <p:cNvSpPr txBox="1"/>
          <p:nvPr>
            <p:ph idx="1" type="body"/>
          </p:nvPr>
        </p:nvSpPr>
        <p:spPr>
          <a:xfrm>
            <a:off x="680562" y="4785598"/>
            <a:ext cx="5444490" cy="3915491"/>
          </a:xfrm>
          <a:prstGeom prst="rect">
            <a:avLst/>
          </a:prstGeom>
          <a:noFill/>
          <a:ln>
            <a:noFill/>
          </a:ln>
        </p:spPr>
        <p:txBody>
          <a:bodyPr anchorCtr="0" anchor="t" bIns="45775" lIns="91550" spcFirstLastPara="1" rIns="91550" wrap="square" tIns="45775">
            <a:noAutofit/>
          </a:bodyPr>
          <a:lstStyle/>
          <a:p>
            <a:pPr indent="0" lvl="0" marL="0" rtl="0" algn="l">
              <a:spcBef>
                <a:spcPts val="0"/>
              </a:spcBef>
              <a:spcAft>
                <a:spcPts val="0"/>
              </a:spcAft>
              <a:buNone/>
            </a:pPr>
            <a:r>
              <a:t/>
            </a:r>
            <a:endParaRPr/>
          </a:p>
        </p:txBody>
      </p:sp>
      <p:sp>
        <p:nvSpPr>
          <p:cNvPr id="291" name="Google Shape;291;p10:notes"/>
          <p:cNvSpPr txBox="1"/>
          <p:nvPr>
            <p:ph idx="12" type="sldNum"/>
          </p:nvPr>
        </p:nvSpPr>
        <p:spPr>
          <a:xfrm>
            <a:off x="3854940" y="9445169"/>
            <a:ext cx="2949099" cy="498931"/>
          </a:xfrm>
          <a:prstGeom prst="rect">
            <a:avLst/>
          </a:prstGeom>
          <a:noFill/>
          <a:ln>
            <a:noFill/>
          </a:ln>
        </p:spPr>
        <p:txBody>
          <a:bodyPr anchorCtr="0" anchor="b" bIns="45775" lIns="91550" spcFirstLastPara="1" rIns="91550" wrap="square" tIns="45775">
            <a:noAutofit/>
          </a:bodyPr>
          <a:lstStyle/>
          <a:p>
            <a:pPr indent="0" lvl="0" marL="0" rtl="1"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over Slide">
    <p:spTree>
      <p:nvGrpSpPr>
        <p:cNvPr id="21" name="Shape 21"/>
        <p:cNvGrpSpPr/>
        <p:nvPr/>
      </p:nvGrpSpPr>
      <p:grpSpPr>
        <a:xfrm>
          <a:off x="0" y="0"/>
          <a:ext cx="0" cy="0"/>
          <a:chOff x="0" y="0"/>
          <a:chExt cx="0" cy="0"/>
        </a:xfrm>
      </p:grpSpPr>
      <p:sp>
        <p:nvSpPr>
          <p:cNvPr id="22" name="Google Shape;22;p2"/>
          <p:cNvSpPr/>
          <p:nvPr/>
        </p:nvSpPr>
        <p:spPr>
          <a:xfrm>
            <a:off x="0" y="0"/>
            <a:ext cx="24384000" cy="13716000"/>
          </a:xfrm>
          <a:prstGeom prst="rect">
            <a:avLst/>
          </a:prstGeom>
          <a:solidFill>
            <a:schemeClr val="dk1"/>
          </a:solid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b="0" i="0" sz="7200" u="none" cap="none" strike="noStrike">
              <a:solidFill>
                <a:schemeClr val="lt1"/>
              </a:solidFill>
              <a:latin typeface="Arial"/>
              <a:ea typeface="Arial"/>
              <a:cs typeface="Arial"/>
              <a:sym typeface="Arial"/>
            </a:endParaRPr>
          </a:p>
        </p:txBody>
      </p:sp>
      <p:grpSp>
        <p:nvGrpSpPr>
          <p:cNvPr id="23" name="Google Shape;23;p2"/>
          <p:cNvGrpSpPr/>
          <p:nvPr/>
        </p:nvGrpSpPr>
        <p:grpSpPr>
          <a:xfrm>
            <a:off x="1970085" y="9898857"/>
            <a:ext cx="5995914" cy="22862"/>
            <a:chOff x="1313580" y="4500919"/>
            <a:chExt cx="2997957" cy="11431"/>
          </a:xfrm>
        </p:grpSpPr>
        <p:cxnSp>
          <p:nvCxnSpPr>
            <p:cNvPr id="24" name="Google Shape;24;p2"/>
            <p:cNvCxnSpPr/>
            <p:nvPr/>
          </p:nvCxnSpPr>
          <p:spPr>
            <a:xfrm>
              <a:off x="1313580" y="4500919"/>
              <a:ext cx="1085850" cy="1"/>
            </a:xfrm>
            <a:prstGeom prst="straightConnector1">
              <a:avLst/>
            </a:prstGeom>
            <a:noFill/>
            <a:ln cap="flat" cmpd="sng" w="25400">
              <a:solidFill>
                <a:schemeClr val="lt1"/>
              </a:solidFill>
              <a:prstDash val="solid"/>
              <a:miter lim="8000"/>
              <a:headEnd len="sm" w="sm" type="none"/>
              <a:tailEnd len="sm" w="sm" type="none"/>
            </a:ln>
          </p:spPr>
        </p:cxnSp>
        <p:cxnSp>
          <p:nvCxnSpPr>
            <p:cNvPr id="25" name="Google Shape;25;p2"/>
            <p:cNvCxnSpPr/>
            <p:nvPr/>
          </p:nvCxnSpPr>
          <p:spPr>
            <a:xfrm>
              <a:off x="1313580" y="4512350"/>
              <a:ext cx="2997957" cy="0"/>
            </a:xfrm>
            <a:prstGeom prst="straightConnector1">
              <a:avLst/>
            </a:prstGeom>
            <a:noFill/>
            <a:ln cap="flat" cmpd="sng" w="9525">
              <a:solidFill>
                <a:schemeClr val="lt1"/>
              </a:solidFill>
              <a:prstDash val="solid"/>
              <a:miter lim="8000"/>
              <a:headEnd len="sm" w="sm" type="none"/>
              <a:tailEnd len="sm" w="sm" type="none"/>
            </a:ln>
          </p:spPr>
        </p:cxnSp>
      </p:grpSp>
      <p:sp>
        <p:nvSpPr>
          <p:cNvPr id="26" name="Google Shape;26;p2"/>
          <p:cNvSpPr txBox="1"/>
          <p:nvPr>
            <p:ph idx="1" type="body"/>
          </p:nvPr>
        </p:nvSpPr>
        <p:spPr>
          <a:xfrm>
            <a:off x="1778939" y="4501777"/>
            <a:ext cx="10114574" cy="5056234"/>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2000"/>
              </a:spcBef>
              <a:spcAft>
                <a:spcPts val="0"/>
              </a:spcAft>
              <a:buClr>
                <a:schemeClr val="lt1"/>
              </a:buClr>
              <a:buSzPts val="9600"/>
              <a:buFont typeface="Arial"/>
              <a:buNone/>
              <a:defRPr b="0" i="0" sz="9600" u="none" cap="none" strike="noStrike">
                <a:solidFill>
                  <a:schemeClr val="lt1"/>
                </a:solidFill>
                <a:latin typeface="Arial"/>
                <a:ea typeface="Arial"/>
                <a:cs typeface="Arial"/>
                <a:sym typeface="Arial"/>
              </a:defRPr>
            </a:lvl1pPr>
            <a:lvl2pPr indent="-533400" lvl="1" marL="914400" marR="0" rtl="0" algn="l">
              <a:lnSpc>
                <a:spcPct val="90000"/>
              </a:lnSpc>
              <a:spcBef>
                <a:spcPts val="1000"/>
              </a:spcBef>
              <a:spcAft>
                <a:spcPts val="0"/>
              </a:spcAft>
              <a:buClr>
                <a:srgbClr val="0C4E8B"/>
              </a:buClr>
              <a:buSzPts val="4800"/>
              <a:buFont typeface="Arial"/>
              <a:buChar char="•"/>
              <a:defRPr b="0" i="0" sz="4800" u="none" cap="none" strike="noStrike">
                <a:solidFill>
                  <a:srgbClr val="0C4E8B"/>
                </a:solidFill>
                <a:latin typeface="Arial"/>
                <a:ea typeface="Arial"/>
                <a:cs typeface="Arial"/>
                <a:sym typeface="Arial"/>
              </a:defRPr>
            </a:lvl2pPr>
            <a:lvl3pPr indent="-482600" lvl="2" marL="1371600" marR="0" rtl="0" algn="l">
              <a:lnSpc>
                <a:spcPct val="90000"/>
              </a:lnSpc>
              <a:spcBef>
                <a:spcPts val="1000"/>
              </a:spcBef>
              <a:spcAft>
                <a:spcPts val="0"/>
              </a:spcAft>
              <a:buClr>
                <a:srgbClr val="0C4E8B"/>
              </a:buClr>
              <a:buSzPts val="4000"/>
              <a:buFont typeface="Arial"/>
              <a:buChar char="•"/>
              <a:defRPr b="0" i="0" sz="4000" u="none" cap="none" strike="noStrike">
                <a:solidFill>
                  <a:srgbClr val="0C4E8B"/>
                </a:solidFill>
                <a:latin typeface="Arial"/>
                <a:ea typeface="Arial"/>
                <a:cs typeface="Arial"/>
                <a:sym typeface="Arial"/>
              </a:defRPr>
            </a:lvl3pPr>
            <a:lvl4pPr indent="-457200" lvl="3" marL="1828800" marR="0" rtl="0" algn="l">
              <a:lnSpc>
                <a:spcPct val="90000"/>
              </a:lnSpc>
              <a:spcBef>
                <a:spcPts val="1000"/>
              </a:spcBef>
              <a:spcAft>
                <a:spcPts val="0"/>
              </a:spcAft>
              <a:buClr>
                <a:srgbClr val="0C4E8B"/>
              </a:buClr>
              <a:buSzPts val="3600"/>
              <a:buFont typeface="Arial"/>
              <a:buChar char="•"/>
              <a:defRPr b="0" i="0" sz="3600" u="none" cap="none" strike="noStrike">
                <a:solidFill>
                  <a:srgbClr val="0C4E8B"/>
                </a:solidFill>
                <a:latin typeface="Arial"/>
                <a:ea typeface="Arial"/>
                <a:cs typeface="Arial"/>
                <a:sym typeface="Arial"/>
              </a:defRPr>
            </a:lvl4pPr>
            <a:lvl5pPr indent="-457200" lvl="4" marL="2286000" marR="0" rtl="0" algn="l">
              <a:lnSpc>
                <a:spcPct val="90000"/>
              </a:lnSpc>
              <a:spcBef>
                <a:spcPts val="1000"/>
              </a:spcBef>
              <a:spcAft>
                <a:spcPts val="0"/>
              </a:spcAft>
              <a:buClr>
                <a:srgbClr val="0C4E8B"/>
              </a:buClr>
              <a:buSzPts val="3600"/>
              <a:buFont typeface="Arial"/>
              <a:buChar char="•"/>
              <a:defRPr b="0" i="0" sz="3600" u="none" cap="none" strike="noStrike">
                <a:solidFill>
                  <a:srgbClr val="0C4E8B"/>
                </a:solidFill>
                <a:latin typeface="Arial"/>
                <a:ea typeface="Arial"/>
                <a:cs typeface="Arial"/>
                <a:sym typeface="Arial"/>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9pPr>
          </a:lstStyle>
          <a:p/>
        </p:txBody>
      </p:sp>
      <p:sp>
        <p:nvSpPr>
          <p:cNvPr id="27" name="Google Shape;27;p2"/>
          <p:cNvSpPr txBox="1"/>
          <p:nvPr>
            <p:ph idx="2" type="body"/>
          </p:nvPr>
        </p:nvSpPr>
        <p:spPr>
          <a:xfrm>
            <a:off x="1778939" y="10285428"/>
            <a:ext cx="8644538" cy="164173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50000"/>
              </a:lnSpc>
              <a:spcBef>
                <a:spcPts val="2000"/>
              </a:spcBef>
              <a:spcAft>
                <a:spcPts val="0"/>
              </a:spcAft>
              <a:buClr>
                <a:schemeClr val="lt1"/>
              </a:buClr>
              <a:buSzPts val="2200"/>
              <a:buFont typeface="Arial"/>
              <a:buNone/>
              <a:defRPr b="0" i="0" sz="2200" u="none" cap="none" strike="noStrike">
                <a:solidFill>
                  <a:schemeClr val="lt1"/>
                </a:solidFill>
                <a:latin typeface="Arial"/>
                <a:ea typeface="Arial"/>
                <a:cs typeface="Arial"/>
                <a:sym typeface="Arial"/>
              </a:defRPr>
            </a:lvl1pPr>
            <a:lvl2pPr indent="-533400" lvl="1" marL="914400" marR="0" rtl="0" algn="l">
              <a:lnSpc>
                <a:spcPct val="90000"/>
              </a:lnSpc>
              <a:spcBef>
                <a:spcPts val="1000"/>
              </a:spcBef>
              <a:spcAft>
                <a:spcPts val="0"/>
              </a:spcAft>
              <a:buClr>
                <a:srgbClr val="0C4E8B"/>
              </a:buClr>
              <a:buSzPts val="4800"/>
              <a:buFont typeface="Arial"/>
              <a:buChar char="•"/>
              <a:defRPr b="0" i="0" sz="4800" u="none" cap="none" strike="noStrike">
                <a:solidFill>
                  <a:srgbClr val="0C4E8B"/>
                </a:solidFill>
                <a:latin typeface="Arial"/>
                <a:ea typeface="Arial"/>
                <a:cs typeface="Arial"/>
                <a:sym typeface="Arial"/>
              </a:defRPr>
            </a:lvl2pPr>
            <a:lvl3pPr indent="-482600" lvl="2" marL="1371600" marR="0" rtl="0" algn="l">
              <a:lnSpc>
                <a:spcPct val="90000"/>
              </a:lnSpc>
              <a:spcBef>
                <a:spcPts val="1000"/>
              </a:spcBef>
              <a:spcAft>
                <a:spcPts val="0"/>
              </a:spcAft>
              <a:buClr>
                <a:srgbClr val="0C4E8B"/>
              </a:buClr>
              <a:buSzPts val="4000"/>
              <a:buFont typeface="Arial"/>
              <a:buChar char="•"/>
              <a:defRPr b="0" i="0" sz="4000" u="none" cap="none" strike="noStrike">
                <a:solidFill>
                  <a:srgbClr val="0C4E8B"/>
                </a:solidFill>
                <a:latin typeface="Arial"/>
                <a:ea typeface="Arial"/>
                <a:cs typeface="Arial"/>
                <a:sym typeface="Arial"/>
              </a:defRPr>
            </a:lvl3pPr>
            <a:lvl4pPr indent="-457200" lvl="3" marL="1828800" marR="0" rtl="0" algn="l">
              <a:lnSpc>
                <a:spcPct val="90000"/>
              </a:lnSpc>
              <a:spcBef>
                <a:spcPts val="1000"/>
              </a:spcBef>
              <a:spcAft>
                <a:spcPts val="0"/>
              </a:spcAft>
              <a:buClr>
                <a:srgbClr val="0C4E8B"/>
              </a:buClr>
              <a:buSzPts val="3600"/>
              <a:buFont typeface="Arial"/>
              <a:buChar char="•"/>
              <a:defRPr b="0" i="0" sz="3600" u="none" cap="none" strike="noStrike">
                <a:solidFill>
                  <a:srgbClr val="0C4E8B"/>
                </a:solidFill>
                <a:latin typeface="Arial"/>
                <a:ea typeface="Arial"/>
                <a:cs typeface="Arial"/>
                <a:sym typeface="Arial"/>
              </a:defRPr>
            </a:lvl4pPr>
            <a:lvl5pPr indent="-457200" lvl="4" marL="2286000" marR="0" rtl="0" algn="l">
              <a:lnSpc>
                <a:spcPct val="90000"/>
              </a:lnSpc>
              <a:spcBef>
                <a:spcPts val="1000"/>
              </a:spcBef>
              <a:spcAft>
                <a:spcPts val="0"/>
              </a:spcAft>
              <a:buClr>
                <a:srgbClr val="0C4E8B"/>
              </a:buClr>
              <a:buSzPts val="3600"/>
              <a:buFont typeface="Arial"/>
              <a:buChar char="•"/>
              <a:defRPr b="0" i="0" sz="3600" u="none" cap="none" strike="noStrike">
                <a:solidFill>
                  <a:srgbClr val="0C4E8B"/>
                </a:solidFill>
                <a:latin typeface="Arial"/>
                <a:ea typeface="Arial"/>
                <a:cs typeface="Arial"/>
                <a:sym typeface="Arial"/>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9pPr>
          </a:lstStyle>
          <a:p/>
        </p:txBody>
      </p:sp>
      <p:grpSp>
        <p:nvGrpSpPr>
          <p:cNvPr id="28" name="Google Shape;28;p2"/>
          <p:cNvGrpSpPr/>
          <p:nvPr/>
        </p:nvGrpSpPr>
        <p:grpSpPr>
          <a:xfrm>
            <a:off x="12423547" y="4412496"/>
            <a:ext cx="11866952" cy="7022444"/>
            <a:chOff x="12423547" y="4412496"/>
            <a:chExt cx="11866952" cy="7022444"/>
          </a:xfrm>
        </p:grpSpPr>
        <p:sp>
          <p:nvSpPr>
            <p:cNvPr id="29" name="Google Shape;29;p2"/>
            <p:cNvSpPr/>
            <p:nvPr/>
          </p:nvSpPr>
          <p:spPr>
            <a:xfrm>
              <a:off x="22111149" y="6834043"/>
              <a:ext cx="2179350" cy="2179349"/>
            </a:xfrm>
            <a:custGeom>
              <a:rect b="b" l="l" r="r" t="t"/>
              <a:pathLst>
                <a:path extrusionOk="0" h="2179349" w="2179350">
                  <a:moveTo>
                    <a:pt x="2179350" y="2179350"/>
                  </a:moveTo>
                  <a:lnTo>
                    <a:pt x="2179350" y="2179350"/>
                  </a:lnTo>
                  <a:cubicBezTo>
                    <a:pt x="2179350" y="975728"/>
                    <a:pt x="1203622" y="0"/>
                    <a:pt x="0" y="0"/>
                  </a:cubicBezTo>
                  <a:lnTo>
                    <a:pt x="0" y="0"/>
                  </a:lnTo>
                  <a:cubicBezTo>
                    <a:pt x="0" y="1203622"/>
                    <a:pt x="975729" y="2179350"/>
                    <a:pt x="2179350" y="2179350"/>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30" name="Google Shape;30;p2"/>
            <p:cNvSpPr/>
            <p:nvPr/>
          </p:nvSpPr>
          <p:spPr>
            <a:xfrm>
              <a:off x="19689601" y="4412496"/>
              <a:ext cx="2179350" cy="2179349"/>
            </a:xfrm>
            <a:custGeom>
              <a:rect b="b" l="l" r="r" t="t"/>
              <a:pathLst>
                <a:path extrusionOk="0" h="2179349" w="2179350">
                  <a:moveTo>
                    <a:pt x="2179350" y="2179350"/>
                  </a:moveTo>
                  <a:lnTo>
                    <a:pt x="2179350" y="2179350"/>
                  </a:lnTo>
                  <a:cubicBezTo>
                    <a:pt x="2179350" y="975728"/>
                    <a:pt x="1203622" y="0"/>
                    <a:pt x="0" y="0"/>
                  </a:cubicBezTo>
                  <a:lnTo>
                    <a:pt x="0" y="0"/>
                  </a:lnTo>
                  <a:cubicBezTo>
                    <a:pt x="0" y="1203622"/>
                    <a:pt x="975728" y="2179350"/>
                    <a:pt x="2179350" y="2179350"/>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31" name="Google Shape;31;p2"/>
            <p:cNvSpPr/>
            <p:nvPr/>
          </p:nvSpPr>
          <p:spPr>
            <a:xfrm>
              <a:off x="14846504" y="6834043"/>
              <a:ext cx="2179350" cy="2179349"/>
            </a:xfrm>
            <a:custGeom>
              <a:rect b="b" l="l" r="r" t="t"/>
              <a:pathLst>
                <a:path extrusionOk="0" h="2179349" w="2179350">
                  <a:moveTo>
                    <a:pt x="0" y="2179350"/>
                  </a:moveTo>
                  <a:lnTo>
                    <a:pt x="0" y="2179350"/>
                  </a:lnTo>
                  <a:cubicBezTo>
                    <a:pt x="0" y="2179350"/>
                    <a:pt x="0" y="2179350"/>
                    <a:pt x="0" y="2179350"/>
                  </a:cubicBezTo>
                  <a:cubicBezTo>
                    <a:pt x="1203622" y="2179350"/>
                    <a:pt x="2179351" y="1203622"/>
                    <a:pt x="2179351" y="0"/>
                  </a:cubicBezTo>
                  <a:lnTo>
                    <a:pt x="2179351" y="0"/>
                  </a:lnTo>
                  <a:cubicBezTo>
                    <a:pt x="2179351" y="0"/>
                    <a:pt x="2179351" y="0"/>
                    <a:pt x="2179351" y="0"/>
                  </a:cubicBezTo>
                  <a:cubicBezTo>
                    <a:pt x="975728" y="0"/>
                    <a:pt x="0" y="975728"/>
                    <a:pt x="0" y="2179350"/>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32" name="Google Shape;32;p2"/>
            <p:cNvSpPr/>
            <p:nvPr/>
          </p:nvSpPr>
          <p:spPr>
            <a:xfrm>
              <a:off x="17268052" y="4412496"/>
              <a:ext cx="968576" cy="2179349"/>
            </a:xfrm>
            <a:custGeom>
              <a:rect b="b" l="l" r="r" t="t"/>
              <a:pathLst>
                <a:path extrusionOk="0" h="2179349" w="968576">
                  <a:moveTo>
                    <a:pt x="0" y="968576"/>
                  </a:moveTo>
                  <a:lnTo>
                    <a:pt x="0" y="2179350"/>
                  </a:lnTo>
                  <a:lnTo>
                    <a:pt x="0" y="2179350"/>
                  </a:lnTo>
                  <a:cubicBezTo>
                    <a:pt x="535004" y="2179350"/>
                    <a:pt x="968576" y="1745669"/>
                    <a:pt x="968576" y="1210774"/>
                  </a:cubicBezTo>
                  <a:lnTo>
                    <a:pt x="968576" y="0"/>
                  </a:lnTo>
                  <a:lnTo>
                    <a:pt x="968576" y="0"/>
                  </a:lnTo>
                  <a:cubicBezTo>
                    <a:pt x="433573" y="0"/>
                    <a:pt x="0" y="433681"/>
                    <a:pt x="0" y="968576"/>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33" name="Google Shape;33;p2"/>
            <p:cNvSpPr/>
            <p:nvPr/>
          </p:nvSpPr>
          <p:spPr>
            <a:xfrm>
              <a:off x="17268052" y="9255591"/>
              <a:ext cx="2179350" cy="2179349"/>
            </a:xfrm>
            <a:custGeom>
              <a:rect b="b" l="l" r="r" t="t"/>
              <a:pathLst>
                <a:path extrusionOk="0" h="2179349" w="2179350">
                  <a:moveTo>
                    <a:pt x="0" y="2179350"/>
                  </a:moveTo>
                  <a:lnTo>
                    <a:pt x="0" y="2179350"/>
                  </a:lnTo>
                  <a:cubicBezTo>
                    <a:pt x="0" y="2179350"/>
                    <a:pt x="0" y="2179350"/>
                    <a:pt x="0" y="2179350"/>
                  </a:cubicBezTo>
                  <a:cubicBezTo>
                    <a:pt x="1203622" y="2179350"/>
                    <a:pt x="2179350" y="1203622"/>
                    <a:pt x="2179350" y="0"/>
                  </a:cubicBezTo>
                  <a:lnTo>
                    <a:pt x="2179350" y="0"/>
                  </a:lnTo>
                  <a:cubicBezTo>
                    <a:pt x="2179350" y="0"/>
                    <a:pt x="2179350" y="0"/>
                    <a:pt x="2179350" y="0"/>
                  </a:cubicBezTo>
                  <a:cubicBezTo>
                    <a:pt x="975729" y="0"/>
                    <a:pt x="0" y="975728"/>
                    <a:pt x="0" y="2179350"/>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34" name="Google Shape;34;p2"/>
            <p:cNvSpPr/>
            <p:nvPr/>
          </p:nvSpPr>
          <p:spPr>
            <a:xfrm>
              <a:off x="12424955" y="9255591"/>
              <a:ext cx="2179350" cy="2179349"/>
            </a:xfrm>
            <a:custGeom>
              <a:rect b="b" l="l" r="r" t="t"/>
              <a:pathLst>
                <a:path extrusionOk="0" h="2179349" w="2179350">
                  <a:moveTo>
                    <a:pt x="0" y="2179350"/>
                  </a:moveTo>
                  <a:lnTo>
                    <a:pt x="0" y="2179350"/>
                  </a:lnTo>
                  <a:cubicBezTo>
                    <a:pt x="0" y="2179350"/>
                    <a:pt x="0" y="2179350"/>
                    <a:pt x="0" y="2179350"/>
                  </a:cubicBezTo>
                  <a:cubicBezTo>
                    <a:pt x="1203622" y="2179350"/>
                    <a:pt x="2179351" y="1203622"/>
                    <a:pt x="2179351" y="0"/>
                  </a:cubicBezTo>
                  <a:lnTo>
                    <a:pt x="2179351" y="0"/>
                  </a:lnTo>
                  <a:cubicBezTo>
                    <a:pt x="2179351" y="0"/>
                    <a:pt x="2179351" y="0"/>
                    <a:pt x="2179351" y="0"/>
                  </a:cubicBezTo>
                  <a:cubicBezTo>
                    <a:pt x="975728" y="0"/>
                    <a:pt x="0" y="975728"/>
                    <a:pt x="0" y="2179350"/>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35" name="Google Shape;35;p2"/>
            <p:cNvSpPr/>
            <p:nvPr/>
          </p:nvSpPr>
          <p:spPr>
            <a:xfrm>
              <a:off x="12425064" y="6834043"/>
              <a:ext cx="968576" cy="2179349"/>
            </a:xfrm>
            <a:custGeom>
              <a:rect b="b" l="l" r="r" t="t"/>
              <a:pathLst>
                <a:path extrusionOk="0" h="2179349" w="968576">
                  <a:moveTo>
                    <a:pt x="968576" y="2179350"/>
                  </a:moveTo>
                  <a:lnTo>
                    <a:pt x="968576" y="2179350"/>
                  </a:lnTo>
                  <a:lnTo>
                    <a:pt x="968576" y="968576"/>
                  </a:lnTo>
                  <a:cubicBezTo>
                    <a:pt x="968576" y="433573"/>
                    <a:pt x="534895" y="0"/>
                    <a:pt x="0" y="0"/>
                  </a:cubicBezTo>
                  <a:lnTo>
                    <a:pt x="0" y="0"/>
                  </a:lnTo>
                  <a:lnTo>
                    <a:pt x="0" y="1210774"/>
                  </a:lnTo>
                  <a:cubicBezTo>
                    <a:pt x="0" y="1745777"/>
                    <a:pt x="433681" y="2179350"/>
                    <a:pt x="968576" y="2179350"/>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36" name="Google Shape;36;p2"/>
            <p:cNvSpPr/>
            <p:nvPr/>
          </p:nvSpPr>
          <p:spPr>
            <a:xfrm>
              <a:off x="13635730" y="6834043"/>
              <a:ext cx="968576" cy="2179349"/>
            </a:xfrm>
            <a:custGeom>
              <a:rect b="b" l="l" r="r" t="t"/>
              <a:pathLst>
                <a:path extrusionOk="0" h="2179349" w="968576">
                  <a:moveTo>
                    <a:pt x="0" y="968576"/>
                  </a:moveTo>
                  <a:lnTo>
                    <a:pt x="0" y="2179350"/>
                  </a:lnTo>
                  <a:lnTo>
                    <a:pt x="0" y="2179350"/>
                  </a:lnTo>
                  <a:cubicBezTo>
                    <a:pt x="535003" y="2179350"/>
                    <a:pt x="968576" y="1745669"/>
                    <a:pt x="968576" y="1210774"/>
                  </a:cubicBezTo>
                  <a:lnTo>
                    <a:pt x="968576" y="0"/>
                  </a:lnTo>
                  <a:lnTo>
                    <a:pt x="968576" y="0"/>
                  </a:lnTo>
                  <a:cubicBezTo>
                    <a:pt x="433573" y="0"/>
                    <a:pt x="0" y="433681"/>
                    <a:pt x="0" y="968576"/>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37" name="Google Shape;37;p2"/>
            <p:cNvSpPr/>
            <p:nvPr/>
          </p:nvSpPr>
          <p:spPr>
            <a:xfrm>
              <a:off x="19689601" y="9255591"/>
              <a:ext cx="4600898" cy="2179349"/>
            </a:xfrm>
            <a:custGeom>
              <a:rect b="b" l="l" r="r" t="t"/>
              <a:pathLst>
                <a:path extrusionOk="0" h="2179349" w="4600898">
                  <a:moveTo>
                    <a:pt x="0" y="1939102"/>
                  </a:moveTo>
                  <a:lnTo>
                    <a:pt x="0" y="2179350"/>
                  </a:lnTo>
                  <a:lnTo>
                    <a:pt x="2661796" y="2179350"/>
                  </a:lnTo>
                  <a:cubicBezTo>
                    <a:pt x="3732778" y="2179350"/>
                    <a:pt x="4600899" y="1311229"/>
                    <a:pt x="4600899" y="240247"/>
                  </a:cubicBezTo>
                  <a:lnTo>
                    <a:pt x="4600899" y="0"/>
                  </a:lnTo>
                  <a:lnTo>
                    <a:pt x="1939103" y="0"/>
                  </a:lnTo>
                  <a:cubicBezTo>
                    <a:pt x="868121" y="0"/>
                    <a:pt x="0" y="868121"/>
                    <a:pt x="0" y="1939102"/>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38" name="Google Shape;38;p2"/>
            <p:cNvSpPr/>
            <p:nvPr/>
          </p:nvSpPr>
          <p:spPr>
            <a:xfrm>
              <a:off x="12423547" y="4412496"/>
              <a:ext cx="4600898" cy="2179349"/>
            </a:xfrm>
            <a:custGeom>
              <a:rect b="b" l="l" r="r" t="t"/>
              <a:pathLst>
                <a:path extrusionOk="0" h="2179349" w="4600898">
                  <a:moveTo>
                    <a:pt x="0" y="1939102"/>
                  </a:moveTo>
                  <a:lnTo>
                    <a:pt x="0" y="2179350"/>
                  </a:lnTo>
                  <a:lnTo>
                    <a:pt x="2661796" y="2179350"/>
                  </a:lnTo>
                  <a:cubicBezTo>
                    <a:pt x="3732778" y="2179350"/>
                    <a:pt x="4600899" y="1311229"/>
                    <a:pt x="4600899" y="240248"/>
                  </a:cubicBezTo>
                  <a:lnTo>
                    <a:pt x="4600899" y="0"/>
                  </a:lnTo>
                  <a:lnTo>
                    <a:pt x="1939103" y="0"/>
                  </a:lnTo>
                  <a:cubicBezTo>
                    <a:pt x="868121" y="0"/>
                    <a:pt x="0" y="868120"/>
                    <a:pt x="0" y="1939102"/>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39" name="Google Shape;39;p2"/>
            <p:cNvSpPr/>
            <p:nvPr/>
          </p:nvSpPr>
          <p:spPr>
            <a:xfrm>
              <a:off x="19689601" y="6834043"/>
              <a:ext cx="2179350" cy="2179349"/>
            </a:xfrm>
            <a:custGeom>
              <a:rect b="b" l="l" r="r" t="t"/>
              <a:pathLst>
                <a:path extrusionOk="0" h="2179349" w="2179350">
                  <a:moveTo>
                    <a:pt x="0" y="2179350"/>
                  </a:moveTo>
                  <a:lnTo>
                    <a:pt x="0" y="2179350"/>
                  </a:lnTo>
                  <a:cubicBezTo>
                    <a:pt x="0" y="2179350"/>
                    <a:pt x="0" y="2179350"/>
                    <a:pt x="0" y="2179350"/>
                  </a:cubicBezTo>
                  <a:cubicBezTo>
                    <a:pt x="1203622" y="2179350"/>
                    <a:pt x="2179350" y="1203622"/>
                    <a:pt x="2179350" y="0"/>
                  </a:cubicBezTo>
                  <a:lnTo>
                    <a:pt x="2179350" y="0"/>
                  </a:lnTo>
                  <a:cubicBezTo>
                    <a:pt x="2179350" y="0"/>
                    <a:pt x="2179350" y="0"/>
                    <a:pt x="2179350" y="0"/>
                  </a:cubicBezTo>
                  <a:cubicBezTo>
                    <a:pt x="975728" y="0"/>
                    <a:pt x="0" y="975728"/>
                    <a:pt x="0" y="2179350"/>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40" name="Google Shape;40;p2"/>
            <p:cNvSpPr/>
            <p:nvPr/>
          </p:nvSpPr>
          <p:spPr>
            <a:xfrm>
              <a:off x="22111149" y="4412496"/>
              <a:ext cx="2179350" cy="2179349"/>
            </a:xfrm>
            <a:custGeom>
              <a:rect b="b" l="l" r="r" t="t"/>
              <a:pathLst>
                <a:path extrusionOk="0" h="2179349" w="2179350">
                  <a:moveTo>
                    <a:pt x="0" y="2179350"/>
                  </a:moveTo>
                  <a:lnTo>
                    <a:pt x="0" y="2179350"/>
                  </a:lnTo>
                  <a:cubicBezTo>
                    <a:pt x="0" y="2179350"/>
                    <a:pt x="0" y="2179350"/>
                    <a:pt x="0" y="2179350"/>
                  </a:cubicBezTo>
                  <a:cubicBezTo>
                    <a:pt x="1203622" y="2179350"/>
                    <a:pt x="2179350" y="1203622"/>
                    <a:pt x="2179350" y="0"/>
                  </a:cubicBezTo>
                  <a:lnTo>
                    <a:pt x="2179350" y="0"/>
                  </a:lnTo>
                  <a:cubicBezTo>
                    <a:pt x="2179350" y="0"/>
                    <a:pt x="2179350" y="0"/>
                    <a:pt x="2179350" y="0"/>
                  </a:cubicBezTo>
                  <a:cubicBezTo>
                    <a:pt x="975729" y="0"/>
                    <a:pt x="0" y="975728"/>
                    <a:pt x="0" y="2179350"/>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41" name="Google Shape;41;p2"/>
            <p:cNvSpPr/>
            <p:nvPr/>
          </p:nvSpPr>
          <p:spPr>
            <a:xfrm>
              <a:off x="17268052" y="6834043"/>
              <a:ext cx="2179350" cy="2179349"/>
            </a:xfrm>
            <a:custGeom>
              <a:rect b="b" l="l" r="r" t="t"/>
              <a:pathLst>
                <a:path extrusionOk="0" h="2179349" w="2179350">
                  <a:moveTo>
                    <a:pt x="2179350" y="2179350"/>
                  </a:moveTo>
                  <a:lnTo>
                    <a:pt x="2179350" y="2179350"/>
                  </a:lnTo>
                  <a:cubicBezTo>
                    <a:pt x="2179350" y="975728"/>
                    <a:pt x="1203622" y="0"/>
                    <a:pt x="0" y="0"/>
                  </a:cubicBezTo>
                  <a:lnTo>
                    <a:pt x="0" y="0"/>
                  </a:lnTo>
                  <a:cubicBezTo>
                    <a:pt x="0" y="1203622"/>
                    <a:pt x="975729" y="2179350"/>
                    <a:pt x="2179350" y="2179350"/>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42" name="Google Shape;42;p2"/>
            <p:cNvSpPr/>
            <p:nvPr/>
          </p:nvSpPr>
          <p:spPr>
            <a:xfrm>
              <a:off x="18478827" y="4412496"/>
              <a:ext cx="968575" cy="2179349"/>
            </a:xfrm>
            <a:custGeom>
              <a:rect b="b" l="l" r="r" t="t"/>
              <a:pathLst>
                <a:path extrusionOk="0" h="2179349" w="968575">
                  <a:moveTo>
                    <a:pt x="968575" y="2179350"/>
                  </a:moveTo>
                  <a:lnTo>
                    <a:pt x="968575" y="2179350"/>
                  </a:lnTo>
                  <a:lnTo>
                    <a:pt x="968575" y="968576"/>
                  </a:lnTo>
                  <a:cubicBezTo>
                    <a:pt x="968575" y="433573"/>
                    <a:pt x="534895" y="0"/>
                    <a:pt x="0" y="0"/>
                  </a:cubicBezTo>
                  <a:lnTo>
                    <a:pt x="0" y="0"/>
                  </a:lnTo>
                  <a:lnTo>
                    <a:pt x="0" y="1210774"/>
                  </a:lnTo>
                  <a:cubicBezTo>
                    <a:pt x="0" y="1745777"/>
                    <a:pt x="433681" y="2179350"/>
                    <a:pt x="968575" y="2179350"/>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43" name="Google Shape;43;p2"/>
            <p:cNvSpPr/>
            <p:nvPr/>
          </p:nvSpPr>
          <p:spPr>
            <a:xfrm>
              <a:off x="14846504" y="9255591"/>
              <a:ext cx="2179350" cy="2179349"/>
            </a:xfrm>
            <a:custGeom>
              <a:rect b="b" l="l" r="r" t="t"/>
              <a:pathLst>
                <a:path extrusionOk="0" h="2179349" w="2179350">
                  <a:moveTo>
                    <a:pt x="2179351" y="2179350"/>
                  </a:moveTo>
                  <a:lnTo>
                    <a:pt x="2179351" y="2179350"/>
                  </a:lnTo>
                  <a:cubicBezTo>
                    <a:pt x="2179351" y="975728"/>
                    <a:pt x="1203622" y="0"/>
                    <a:pt x="0" y="0"/>
                  </a:cubicBezTo>
                  <a:lnTo>
                    <a:pt x="0" y="0"/>
                  </a:lnTo>
                  <a:cubicBezTo>
                    <a:pt x="0" y="1203622"/>
                    <a:pt x="975728" y="2179350"/>
                    <a:pt x="2179351" y="2179350"/>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grpSp>
      <p:sp>
        <p:nvSpPr>
          <p:cNvPr id="44" name="Google Shape;44;p2"/>
          <p:cNvSpPr/>
          <p:nvPr/>
        </p:nvSpPr>
        <p:spPr>
          <a:xfrm>
            <a:off x="1972103" y="1116406"/>
            <a:ext cx="2772958" cy="1227908"/>
          </a:xfrm>
          <a:prstGeom prst="rect">
            <a:avLst/>
          </a:prstGeom>
          <a:noFill/>
          <a:ln>
            <a:noFill/>
          </a:ln>
        </p:spPr>
      </p:sp>
      <p:sp>
        <p:nvSpPr>
          <p:cNvPr id="45" name="Google Shape;45;p2"/>
          <p:cNvSpPr/>
          <p:nvPr/>
        </p:nvSpPr>
        <p:spPr>
          <a:xfrm>
            <a:off x="273503" y="13071550"/>
            <a:ext cx="1449453" cy="409020"/>
          </a:xfrm>
          <a:prstGeom prst="round2DiagRect">
            <a:avLst>
              <a:gd fmla="val 16667" name="adj1"/>
              <a:gd fmla="val 0" name="adj2"/>
            </a:avLst>
          </a:prstGeom>
          <a:solidFill>
            <a:schemeClr val="accent1"/>
          </a:solidFill>
          <a:ln>
            <a:noFill/>
          </a:ln>
        </p:spPr>
        <p:txBody>
          <a:bodyPr anchorCtr="0" anchor="t" bIns="45700" lIns="91425" spcFirstLastPara="1" rIns="91425" wrap="square" tIns="45700">
            <a:noAutofit/>
          </a:bodyPr>
          <a:lstStyle/>
          <a:p>
            <a:pPr indent="0" lvl="0" marL="0" marR="0" rtl="1" algn="ctr">
              <a:spcBef>
                <a:spcPts val="0"/>
              </a:spcBef>
              <a:spcAft>
                <a:spcPts val="0"/>
              </a:spcAft>
              <a:buNone/>
            </a:pPr>
            <a:r>
              <a:rPr lang="en-US" sz="2000">
                <a:solidFill>
                  <a:schemeClr val="lt2"/>
                </a:solidFill>
                <a:latin typeface="Arial"/>
                <a:ea typeface="Arial"/>
                <a:cs typeface="Arial"/>
                <a:sym typeface="Arial"/>
              </a:rPr>
              <a:t>Internal</a:t>
            </a:r>
            <a:endParaRPr/>
          </a:p>
        </p:txBody>
      </p:sp>
      <p:pic>
        <p:nvPicPr>
          <p:cNvPr descr="A black and white logo&#10;&#10;Description automatically generated" id="46" name="Google Shape;46;p2"/>
          <p:cNvPicPr preferRelativeResize="0"/>
          <p:nvPr/>
        </p:nvPicPr>
        <p:blipFill rotWithShape="1">
          <a:blip r:embed="rId2">
            <a:alphaModFix/>
          </a:blip>
          <a:srcRect b="0" l="0" r="0" t="0"/>
          <a:stretch/>
        </p:blipFill>
        <p:spPr>
          <a:xfrm>
            <a:off x="18847099" y="1360741"/>
            <a:ext cx="4212698" cy="7706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Dark">
  <p:cSld name="Agenda Slide Dark">
    <p:bg>
      <p:bgPr>
        <a:solidFill>
          <a:schemeClr val="dk1"/>
        </a:solidFill>
      </p:bgPr>
    </p:bg>
    <p:spTree>
      <p:nvGrpSpPr>
        <p:cNvPr id="47" name="Shape 47"/>
        <p:cNvGrpSpPr/>
        <p:nvPr/>
      </p:nvGrpSpPr>
      <p:grpSpPr>
        <a:xfrm>
          <a:off x="0" y="0"/>
          <a:ext cx="0" cy="0"/>
          <a:chOff x="0" y="0"/>
          <a:chExt cx="0" cy="0"/>
        </a:xfrm>
      </p:grpSpPr>
      <p:sp>
        <p:nvSpPr>
          <p:cNvPr id="48" name="Google Shape;48;p3"/>
          <p:cNvSpPr txBox="1"/>
          <p:nvPr>
            <p:ph idx="1" type="body"/>
          </p:nvPr>
        </p:nvSpPr>
        <p:spPr>
          <a:xfrm>
            <a:off x="1355907" y="5937878"/>
            <a:ext cx="5338882" cy="2065862"/>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2000"/>
              </a:spcBef>
              <a:spcAft>
                <a:spcPts val="0"/>
              </a:spcAft>
              <a:buClr>
                <a:schemeClr val="lt2"/>
              </a:buClr>
              <a:buSzPts val="9600"/>
              <a:buFont typeface="Arial"/>
              <a:buNone/>
              <a:defRPr b="0" i="0" sz="9600" u="none" cap="none" strike="noStrike">
                <a:solidFill>
                  <a:schemeClr val="lt2"/>
                </a:solidFill>
                <a:latin typeface="Arial"/>
                <a:ea typeface="Arial"/>
                <a:cs typeface="Arial"/>
                <a:sym typeface="Arial"/>
              </a:defRPr>
            </a:lvl1pPr>
            <a:lvl2pPr indent="-533400" lvl="1" marL="914400" marR="0" rtl="0" algn="l">
              <a:lnSpc>
                <a:spcPct val="90000"/>
              </a:lnSpc>
              <a:spcBef>
                <a:spcPts val="1000"/>
              </a:spcBef>
              <a:spcAft>
                <a:spcPts val="0"/>
              </a:spcAft>
              <a:buClr>
                <a:srgbClr val="0C4E8B"/>
              </a:buClr>
              <a:buSzPts val="4800"/>
              <a:buFont typeface="Arial"/>
              <a:buChar char="•"/>
              <a:defRPr b="0" i="0" sz="4800" u="none" cap="none" strike="noStrike">
                <a:solidFill>
                  <a:srgbClr val="0C4E8B"/>
                </a:solidFill>
                <a:latin typeface="Arial"/>
                <a:ea typeface="Arial"/>
                <a:cs typeface="Arial"/>
                <a:sym typeface="Arial"/>
              </a:defRPr>
            </a:lvl2pPr>
            <a:lvl3pPr indent="-482600" lvl="2" marL="1371600" marR="0" rtl="0" algn="l">
              <a:lnSpc>
                <a:spcPct val="90000"/>
              </a:lnSpc>
              <a:spcBef>
                <a:spcPts val="1000"/>
              </a:spcBef>
              <a:spcAft>
                <a:spcPts val="0"/>
              </a:spcAft>
              <a:buClr>
                <a:srgbClr val="0C4E8B"/>
              </a:buClr>
              <a:buSzPts val="4000"/>
              <a:buFont typeface="Arial"/>
              <a:buChar char="•"/>
              <a:defRPr b="0" i="0" sz="4000" u="none" cap="none" strike="noStrike">
                <a:solidFill>
                  <a:srgbClr val="0C4E8B"/>
                </a:solidFill>
                <a:latin typeface="Arial"/>
                <a:ea typeface="Arial"/>
                <a:cs typeface="Arial"/>
                <a:sym typeface="Arial"/>
              </a:defRPr>
            </a:lvl3pPr>
            <a:lvl4pPr indent="-457200" lvl="3" marL="1828800" marR="0" rtl="0" algn="l">
              <a:lnSpc>
                <a:spcPct val="90000"/>
              </a:lnSpc>
              <a:spcBef>
                <a:spcPts val="1000"/>
              </a:spcBef>
              <a:spcAft>
                <a:spcPts val="0"/>
              </a:spcAft>
              <a:buClr>
                <a:srgbClr val="0C4E8B"/>
              </a:buClr>
              <a:buSzPts val="3600"/>
              <a:buFont typeface="Arial"/>
              <a:buChar char="•"/>
              <a:defRPr b="0" i="0" sz="3600" u="none" cap="none" strike="noStrike">
                <a:solidFill>
                  <a:srgbClr val="0C4E8B"/>
                </a:solidFill>
                <a:latin typeface="Arial"/>
                <a:ea typeface="Arial"/>
                <a:cs typeface="Arial"/>
                <a:sym typeface="Arial"/>
              </a:defRPr>
            </a:lvl4pPr>
            <a:lvl5pPr indent="-457200" lvl="4" marL="2286000" marR="0" rtl="0" algn="l">
              <a:lnSpc>
                <a:spcPct val="90000"/>
              </a:lnSpc>
              <a:spcBef>
                <a:spcPts val="1000"/>
              </a:spcBef>
              <a:spcAft>
                <a:spcPts val="0"/>
              </a:spcAft>
              <a:buClr>
                <a:srgbClr val="0C4E8B"/>
              </a:buClr>
              <a:buSzPts val="3600"/>
              <a:buFont typeface="Arial"/>
              <a:buChar char="•"/>
              <a:defRPr b="0" i="0" sz="3600" u="none" cap="none" strike="noStrike">
                <a:solidFill>
                  <a:srgbClr val="0C4E8B"/>
                </a:solidFill>
                <a:latin typeface="Arial"/>
                <a:ea typeface="Arial"/>
                <a:cs typeface="Arial"/>
                <a:sym typeface="Arial"/>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9pPr>
          </a:lstStyle>
          <a:p/>
        </p:txBody>
      </p:sp>
      <p:grpSp>
        <p:nvGrpSpPr>
          <p:cNvPr id="49" name="Google Shape;49;p3"/>
          <p:cNvGrpSpPr/>
          <p:nvPr/>
        </p:nvGrpSpPr>
        <p:grpSpPr>
          <a:xfrm>
            <a:off x="1355907" y="4752141"/>
            <a:ext cx="1844493" cy="1185737"/>
            <a:chOff x="1355907" y="3644535"/>
            <a:chExt cx="2786939" cy="1791591"/>
          </a:xfrm>
        </p:grpSpPr>
        <p:sp>
          <p:nvSpPr>
            <p:cNvPr id="50" name="Google Shape;50;p3"/>
            <p:cNvSpPr/>
            <p:nvPr/>
          </p:nvSpPr>
          <p:spPr>
            <a:xfrm>
              <a:off x="2351255" y="3644535"/>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2" y="1791591"/>
                    <a:pt x="1791591"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51" name="Google Shape;51;p3"/>
            <p:cNvSpPr/>
            <p:nvPr/>
          </p:nvSpPr>
          <p:spPr>
            <a:xfrm>
              <a:off x="1355907" y="3644535"/>
              <a:ext cx="796242" cy="1791591"/>
            </a:xfrm>
            <a:custGeom>
              <a:rect b="b" l="l" r="r" t="t"/>
              <a:pathLst>
                <a:path extrusionOk="0" h="1791591" w="796242">
                  <a:moveTo>
                    <a:pt x="796242" y="1791591"/>
                  </a:moveTo>
                  <a:lnTo>
                    <a:pt x="796242" y="1791591"/>
                  </a:lnTo>
                  <a:lnTo>
                    <a:pt x="796242" y="796243"/>
                  </a:lnTo>
                  <a:cubicBezTo>
                    <a:pt x="796242" y="356430"/>
                    <a:pt x="439724" y="0"/>
                    <a:pt x="0" y="0"/>
                  </a:cubicBezTo>
                  <a:lnTo>
                    <a:pt x="0" y="0"/>
                  </a:lnTo>
                  <a:lnTo>
                    <a:pt x="0" y="995348"/>
                  </a:lnTo>
                  <a:cubicBezTo>
                    <a:pt x="0" y="1435162"/>
                    <a:pt x="356518" y="1791591"/>
                    <a:pt x="796242"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grpSp>
      <p:sp>
        <p:nvSpPr>
          <p:cNvPr id="52" name="Google Shape;52;p3"/>
          <p:cNvSpPr/>
          <p:nvPr/>
        </p:nvSpPr>
        <p:spPr>
          <a:xfrm>
            <a:off x="273503" y="13071550"/>
            <a:ext cx="1449453" cy="409020"/>
          </a:xfrm>
          <a:prstGeom prst="round2DiagRect">
            <a:avLst>
              <a:gd fmla="val 16667" name="adj1"/>
              <a:gd fmla="val 0" name="adj2"/>
            </a:avLst>
          </a:prstGeom>
          <a:solidFill>
            <a:schemeClr val="accent1"/>
          </a:solidFill>
          <a:ln>
            <a:noFill/>
          </a:ln>
        </p:spPr>
        <p:txBody>
          <a:bodyPr anchorCtr="0" anchor="t" bIns="45700" lIns="91425" spcFirstLastPara="1" rIns="91425" wrap="square" tIns="45700">
            <a:noAutofit/>
          </a:bodyPr>
          <a:lstStyle/>
          <a:p>
            <a:pPr indent="0" lvl="0" marL="0" marR="0" rtl="1" algn="ctr">
              <a:spcBef>
                <a:spcPts val="0"/>
              </a:spcBef>
              <a:spcAft>
                <a:spcPts val="0"/>
              </a:spcAft>
              <a:buNone/>
            </a:pPr>
            <a:r>
              <a:rPr lang="en-US" sz="2000">
                <a:solidFill>
                  <a:schemeClr val="lt2"/>
                </a:solidFill>
                <a:latin typeface="Arial"/>
                <a:ea typeface="Arial"/>
                <a:cs typeface="Arial"/>
                <a:sym typeface="Arial"/>
              </a:rPr>
              <a:t>Internal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Section Slide">
    <p:bg>
      <p:bgPr>
        <a:solidFill>
          <a:srgbClr val="0B345B"/>
        </a:solidFill>
      </p:bgPr>
    </p:bg>
    <p:spTree>
      <p:nvGrpSpPr>
        <p:cNvPr id="53" name="Shape 53"/>
        <p:cNvGrpSpPr/>
        <p:nvPr/>
      </p:nvGrpSpPr>
      <p:grpSpPr>
        <a:xfrm>
          <a:off x="0" y="0"/>
          <a:ext cx="0" cy="0"/>
          <a:chOff x="0" y="0"/>
          <a:chExt cx="0" cy="0"/>
        </a:xfrm>
      </p:grpSpPr>
      <p:sp>
        <p:nvSpPr>
          <p:cNvPr id="54" name="Google Shape;54;p4"/>
          <p:cNvSpPr txBox="1"/>
          <p:nvPr>
            <p:ph type="title"/>
          </p:nvPr>
        </p:nvSpPr>
        <p:spPr>
          <a:xfrm>
            <a:off x="1513348" y="9052259"/>
            <a:ext cx="21402635" cy="1383254"/>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1"/>
              </a:buClr>
              <a:buSzPts val="11000"/>
              <a:buFont typeface="Arial"/>
              <a:buNone/>
              <a:defRPr b="0" i="0" sz="110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5" name="Google Shape;55;p4"/>
          <p:cNvSpPr/>
          <p:nvPr/>
        </p:nvSpPr>
        <p:spPr>
          <a:xfrm>
            <a:off x="9305373" y="3418280"/>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3" y="1791591"/>
                  <a:pt x="1791591"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56" name="Google Shape;56;p4"/>
          <p:cNvSpPr/>
          <p:nvPr/>
        </p:nvSpPr>
        <p:spPr>
          <a:xfrm>
            <a:off x="7314677" y="1427584"/>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2" y="1791591"/>
                  <a:pt x="1791591"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57" name="Google Shape;57;p4"/>
          <p:cNvSpPr/>
          <p:nvPr/>
        </p:nvSpPr>
        <p:spPr>
          <a:xfrm>
            <a:off x="3333284" y="3418280"/>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3" y="0"/>
                  <a:pt x="0" y="802123"/>
                  <a:pt x="0"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58" name="Google Shape;58;p4"/>
          <p:cNvSpPr/>
          <p:nvPr/>
        </p:nvSpPr>
        <p:spPr>
          <a:xfrm>
            <a:off x="5323980" y="1427584"/>
            <a:ext cx="796242" cy="1791591"/>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59" name="Google Shape;59;p4"/>
          <p:cNvSpPr/>
          <p:nvPr/>
        </p:nvSpPr>
        <p:spPr>
          <a:xfrm>
            <a:off x="5323980" y="5408977"/>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8"/>
                  <a:pt x="1791591" y="0"/>
                </a:cubicBezTo>
                <a:lnTo>
                  <a:pt x="1791591" y="0"/>
                </a:lnTo>
                <a:cubicBezTo>
                  <a:pt x="1791591" y="0"/>
                  <a:pt x="1791591" y="0"/>
                  <a:pt x="1791591" y="0"/>
                </a:cubicBezTo>
                <a:cubicBezTo>
                  <a:pt x="802123" y="0"/>
                  <a:pt x="0" y="802123"/>
                  <a:pt x="0"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60" name="Google Shape;60;p4"/>
          <p:cNvSpPr/>
          <p:nvPr/>
        </p:nvSpPr>
        <p:spPr>
          <a:xfrm>
            <a:off x="1342588" y="5408977"/>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8"/>
                  <a:pt x="1791591" y="0"/>
                </a:cubicBezTo>
                <a:lnTo>
                  <a:pt x="1791591" y="0"/>
                </a:lnTo>
                <a:cubicBezTo>
                  <a:pt x="1791591" y="0"/>
                  <a:pt x="1791591" y="0"/>
                  <a:pt x="1791591" y="0"/>
                </a:cubicBezTo>
                <a:cubicBezTo>
                  <a:pt x="802123" y="0"/>
                  <a:pt x="0" y="802123"/>
                  <a:pt x="0"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61" name="Google Shape;61;p4"/>
          <p:cNvSpPr/>
          <p:nvPr/>
        </p:nvSpPr>
        <p:spPr>
          <a:xfrm>
            <a:off x="1342677" y="3418280"/>
            <a:ext cx="796242" cy="1791591"/>
          </a:xfrm>
          <a:custGeom>
            <a:rect b="b" l="l" r="r" t="t"/>
            <a:pathLst>
              <a:path extrusionOk="0" h="1791591" w="796242">
                <a:moveTo>
                  <a:pt x="796243" y="1791591"/>
                </a:moveTo>
                <a:lnTo>
                  <a:pt x="796243" y="1791591"/>
                </a:lnTo>
                <a:lnTo>
                  <a:pt x="796243" y="796243"/>
                </a:lnTo>
                <a:cubicBezTo>
                  <a:pt x="796243" y="356430"/>
                  <a:pt x="439724" y="0"/>
                  <a:pt x="0" y="0"/>
                </a:cubicBezTo>
                <a:lnTo>
                  <a:pt x="0" y="0"/>
                </a:lnTo>
                <a:lnTo>
                  <a:pt x="0" y="995348"/>
                </a:lnTo>
                <a:cubicBezTo>
                  <a:pt x="0" y="1435162"/>
                  <a:pt x="356519" y="1791591"/>
                  <a:pt x="796243"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62" name="Google Shape;62;p4"/>
          <p:cNvSpPr/>
          <p:nvPr/>
        </p:nvSpPr>
        <p:spPr>
          <a:xfrm>
            <a:off x="2337936" y="3418280"/>
            <a:ext cx="796242" cy="1791591"/>
          </a:xfrm>
          <a:custGeom>
            <a:rect b="b" l="l" r="r" t="t"/>
            <a:pathLst>
              <a:path extrusionOk="0" h="1791591" w="796242">
                <a:moveTo>
                  <a:pt x="0" y="796243"/>
                </a:moveTo>
                <a:lnTo>
                  <a:pt x="0" y="1791591"/>
                </a:lnTo>
                <a:lnTo>
                  <a:pt x="0" y="1791591"/>
                </a:lnTo>
                <a:cubicBezTo>
                  <a:pt x="439813" y="1791591"/>
                  <a:pt x="796243" y="1435072"/>
                  <a:pt x="796243" y="995348"/>
                </a:cubicBezTo>
                <a:lnTo>
                  <a:pt x="796243" y="0"/>
                </a:lnTo>
                <a:lnTo>
                  <a:pt x="796243" y="0"/>
                </a:lnTo>
                <a:cubicBezTo>
                  <a:pt x="356430" y="0"/>
                  <a:pt x="0" y="356519"/>
                  <a:pt x="0" y="796243"/>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63" name="Google Shape;63;p4"/>
          <p:cNvSpPr/>
          <p:nvPr/>
        </p:nvSpPr>
        <p:spPr>
          <a:xfrm>
            <a:off x="19260014" y="3418280"/>
            <a:ext cx="1791591" cy="1791591"/>
          </a:xfrm>
          <a:custGeom>
            <a:rect b="b" l="l" r="r" t="t"/>
            <a:pathLst>
              <a:path extrusionOk="0" h="1791591" w="1791591">
                <a:moveTo>
                  <a:pt x="0" y="1791591"/>
                </a:moveTo>
                <a:lnTo>
                  <a:pt x="0" y="1791591"/>
                </a:lnTo>
                <a:cubicBezTo>
                  <a:pt x="0" y="1791591"/>
                  <a:pt x="0" y="1791591"/>
                  <a:pt x="0" y="1791591"/>
                </a:cubicBezTo>
                <a:cubicBezTo>
                  <a:pt x="989468" y="1791591"/>
                  <a:pt x="1791591" y="989469"/>
                  <a:pt x="1791591" y="0"/>
                </a:cubicBezTo>
                <a:lnTo>
                  <a:pt x="1791591" y="0"/>
                </a:lnTo>
                <a:cubicBezTo>
                  <a:pt x="1791591" y="0"/>
                  <a:pt x="1791591" y="0"/>
                  <a:pt x="1791591" y="0"/>
                </a:cubicBezTo>
                <a:cubicBezTo>
                  <a:pt x="802122" y="0"/>
                  <a:pt x="0" y="802123"/>
                  <a:pt x="0"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64" name="Google Shape;64;p4"/>
          <p:cNvSpPr/>
          <p:nvPr/>
        </p:nvSpPr>
        <p:spPr>
          <a:xfrm>
            <a:off x="21250711" y="3418280"/>
            <a:ext cx="1791589" cy="1791591"/>
          </a:xfrm>
          <a:custGeom>
            <a:rect b="b" l="l" r="r" t="t"/>
            <a:pathLst>
              <a:path extrusionOk="0" h="1791591" w="1791589">
                <a:moveTo>
                  <a:pt x="1791590" y="1791591"/>
                </a:moveTo>
                <a:lnTo>
                  <a:pt x="1791590" y="1791591"/>
                </a:lnTo>
                <a:cubicBezTo>
                  <a:pt x="1791590" y="802123"/>
                  <a:pt x="989467" y="0"/>
                  <a:pt x="0" y="0"/>
                </a:cubicBezTo>
                <a:lnTo>
                  <a:pt x="0" y="0"/>
                </a:lnTo>
                <a:cubicBezTo>
                  <a:pt x="0" y="989469"/>
                  <a:pt x="802121" y="1791591"/>
                  <a:pt x="1791590"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65" name="Google Shape;65;p4"/>
          <p:cNvSpPr/>
          <p:nvPr/>
        </p:nvSpPr>
        <p:spPr>
          <a:xfrm>
            <a:off x="19260014" y="1427584"/>
            <a:ext cx="1791591" cy="1791591"/>
          </a:xfrm>
          <a:custGeom>
            <a:rect b="b" l="l" r="r" t="t"/>
            <a:pathLst>
              <a:path extrusionOk="0" h="1791591" w="1791591">
                <a:moveTo>
                  <a:pt x="1791591" y="1791591"/>
                </a:moveTo>
                <a:lnTo>
                  <a:pt x="1791591" y="1791591"/>
                </a:lnTo>
                <a:cubicBezTo>
                  <a:pt x="1791591" y="802123"/>
                  <a:pt x="989468" y="0"/>
                  <a:pt x="0" y="0"/>
                </a:cubicBezTo>
                <a:lnTo>
                  <a:pt x="0" y="0"/>
                </a:lnTo>
                <a:cubicBezTo>
                  <a:pt x="0" y="989469"/>
                  <a:pt x="802122" y="1791591"/>
                  <a:pt x="1791591"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66" name="Google Shape;66;p4"/>
          <p:cNvSpPr/>
          <p:nvPr/>
        </p:nvSpPr>
        <p:spPr>
          <a:xfrm>
            <a:off x="21250711" y="1427584"/>
            <a:ext cx="1791589" cy="1791591"/>
          </a:xfrm>
          <a:custGeom>
            <a:rect b="b" l="l" r="r" t="t"/>
            <a:pathLst>
              <a:path extrusionOk="0" h="1791591" w="1791589">
                <a:moveTo>
                  <a:pt x="0" y="1791591"/>
                </a:moveTo>
                <a:lnTo>
                  <a:pt x="0" y="1791591"/>
                </a:lnTo>
                <a:cubicBezTo>
                  <a:pt x="0" y="1791591"/>
                  <a:pt x="0" y="1791591"/>
                  <a:pt x="0" y="1791591"/>
                </a:cubicBezTo>
                <a:cubicBezTo>
                  <a:pt x="989467" y="1791591"/>
                  <a:pt x="1791590" y="989469"/>
                  <a:pt x="1791590" y="0"/>
                </a:cubicBezTo>
                <a:lnTo>
                  <a:pt x="1791590" y="0"/>
                </a:lnTo>
                <a:cubicBezTo>
                  <a:pt x="1791590" y="0"/>
                  <a:pt x="1791590" y="0"/>
                  <a:pt x="1791590" y="0"/>
                </a:cubicBezTo>
                <a:cubicBezTo>
                  <a:pt x="802121" y="0"/>
                  <a:pt x="0" y="802123"/>
                  <a:pt x="0"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67" name="Google Shape;67;p4"/>
          <p:cNvSpPr/>
          <p:nvPr/>
        </p:nvSpPr>
        <p:spPr>
          <a:xfrm>
            <a:off x="13287925" y="1427584"/>
            <a:ext cx="3782287" cy="1791591"/>
          </a:xfrm>
          <a:custGeom>
            <a:rect b="b" l="l" r="r" t="t"/>
            <a:pathLst>
              <a:path extrusionOk="0" h="1791591" w="3782287">
                <a:moveTo>
                  <a:pt x="0" y="1594090"/>
                </a:moveTo>
                <a:lnTo>
                  <a:pt x="0" y="1791591"/>
                </a:lnTo>
                <a:lnTo>
                  <a:pt x="2188198" y="1791591"/>
                </a:lnTo>
                <a:cubicBezTo>
                  <a:pt x="3068626" y="1791591"/>
                  <a:pt x="3782287" y="1077930"/>
                  <a:pt x="3782287" y="197502"/>
                </a:cubicBezTo>
                <a:lnTo>
                  <a:pt x="3782287" y="0"/>
                </a:lnTo>
                <a:lnTo>
                  <a:pt x="1594089" y="0"/>
                </a:lnTo>
                <a:cubicBezTo>
                  <a:pt x="713661" y="0"/>
                  <a:pt x="0" y="713661"/>
                  <a:pt x="0" y="1594090"/>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68" name="Google Shape;68;p4"/>
          <p:cNvSpPr/>
          <p:nvPr/>
        </p:nvSpPr>
        <p:spPr>
          <a:xfrm>
            <a:off x="11297228" y="1427584"/>
            <a:ext cx="1791591" cy="1791591"/>
          </a:xfrm>
          <a:custGeom>
            <a:rect b="b" l="l" r="r" t="t"/>
            <a:pathLst>
              <a:path extrusionOk="0" h="1791591" w="1791591">
                <a:moveTo>
                  <a:pt x="0" y="1791591"/>
                </a:moveTo>
                <a:lnTo>
                  <a:pt x="0" y="1791591"/>
                </a:lnTo>
                <a:cubicBezTo>
                  <a:pt x="0" y="1791591"/>
                  <a:pt x="0" y="1791591"/>
                  <a:pt x="0" y="1791591"/>
                </a:cubicBezTo>
                <a:cubicBezTo>
                  <a:pt x="989468" y="1791591"/>
                  <a:pt x="1791591" y="989469"/>
                  <a:pt x="1791591" y="0"/>
                </a:cubicBezTo>
                <a:lnTo>
                  <a:pt x="1791591" y="0"/>
                </a:lnTo>
                <a:cubicBezTo>
                  <a:pt x="1791591" y="0"/>
                  <a:pt x="1791591" y="0"/>
                  <a:pt x="1791591" y="0"/>
                </a:cubicBezTo>
                <a:cubicBezTo>
                  <a:pt x="802122" y="0"/>
                  <a:pt x="0" y="802123"/>
                  <a:pt x="0"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69" name="Google Shape;69;p4"/>
          <p:cNvSpPr/>
          <p:nvPr/>
        </p:nvSpPr>
        <p:spPr>
          <a:xfrm>
            <a:off x="15278621" y="3418280"/>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3" y="0"/>
                  <a:pt x="0" y="802123"/>
                  <a:pt x="0"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70" name="Google Shape;70;p4"/>
          <p:cNvSpPr/>
          <p:nvPr/>
        </p:nvSpPr>
        <p:spPr>
          <a:xfrm>
            <a:off x="18264666" y="1427584"/>
            <a:ext cx="796242" cy="1791591"/>
          </a:xfrm>
          <a:custGeom>
            <a:rect b="b" l="l" r="r" t="t"/>
            <a:pathLst>
              <a:path extrusionOk="0" h="1791591" w="796242">
                <a:moveTo>
                  <a:pt x="796243" y="1791591"/>
                </a:moveTo>
                <a:lnTo>
                  <a:pt x="796243" y="1791591"/>
                </a:lnTo>
                <a:lnTo>
                  <a:pt x="796243" y="796243"/>
                </a:lnTo>
                <a:cubicBezTo>
                  <a:pt x="796243" y="356430"/>
                  <a:pt x="439724" y="0"/>
                  <a:pt x="0" y="0"/>
                </a:cubicBezTo>
                <a:lnTo>
                  <a:pt x="0" y="0"/>
                </a:lnTo>
                <a:lnTo>
                  <a:pt x="0" y="995348"/>
                </a:lnTo>
                <a:cubicBezTo>
                  <a:pt x="0" y="1435162"/>
                  <a:pt x="356518" y="1791591"/>
                  <a:pt x="796243"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71" name="Google Shape;71;p4"/>
          <p:cNvSpPr/>
          <p:nvPr/>
        </p:nvSpPr>
        <p:spPr>
          <a:xfrm>
            <a:off x="19260014" y="5408977"/>
            <a:ext cx="3782287" cy="1791591"/>
          </a:xfrm>
          <a:custGeom>
            <a:rect b="b" l="l" r="r" t="t"/>
            <a:pathLst>
              <a:path extrusionOk="0" h="1791591" w="3782287">
                <a:moveTo>
                  <a:pt x="0" y="1594089"/>
                </a:moveTo>
                <a:lnTo>
                  <a:pt x="0" y="1791591"/>
                </a:lnTo>
                <a:lnTo>
                  <a:pt x="2188198" y="1791591"/>
                </a:lnTo>
                <a:cubicBezTo>
                  <a:pt x="3068627" y="1791591"/>
                  <a:pt x="3782287" y="1077930"/>
                  <a:pt x="3782287" y="197502"/>
                </a:cubicBezTo>
                <a:lnTo>
                  <a:pt x="3782287" y="0"/>
                </a:lnTo>
                <a:lnTo>
                  <a:pt x="1594090" y="0"/>
                </a:lnTo>
                <a:cubicBezTo>
                  <a:pt x="713661" y="0"/>
                  <a:pt x="0" y="713661"/>
                  <a:pt x="0" y="1594089"/>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72" name="Google Shape;72;p4"/>
          <p:cNvSpPr/>
          <p:nvPr/>
        </p:nvSpPr>
        <p:spPr>
          <a:xfrm>
            <a:off x="17269317" y="5408977"/>
            <a:ext cx="1791592" cy="1791591"/>
          </a:xfrm>
          <a:custGeom>
            <a:rect b="b" l="l" r="r" t="t"/>
            <a:pathLst>
              <a:path extrusionOk="0" h="1791591" w="1791592">
                <a:moveTo>
                  <a:pt x="0" y="1791591"/>
                </a:moveTo>
                <a:lnTo>
                  <a:pt x="0" y="1791591"/>
                </a:lnTo>
                <a:cubicBezTo>
                  <a:pt x="0" y="1791591"/>
                  <a:pt x="0" y="1791591"/>
                  <a:pt x="0" y="1791591"/>
                </a:cubicBezTo>
                <a:cubicBezTo>
                  <a:pt x="989469" y="1791591"/>
                  <a:pt x="1791592" y="989468"/>
                  <a:pt x="1791592" y="0"/>
                </a:cubicBezTo>
                <a:lnTo>
                  <a:pt x="1791592" y="0"/>
                </a:lnTo>
                <a:cubicBezTo>
                  <a:pt x="1791592" y="0"/>
                  <a:pt x="1791592" y="0"/>
                  <a:pt x="1791592" y="0"/>
                </a:cubicBezTo>
                <a:cubicBezTo>
                  <a:pt x="802123" y="0"/>
                  <a:pt x="0" y="802123"/>
                  <a:pt x="0"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73" name="Google Shape;73;p4"/>
          <p:cNvSpPr/>
          <p:nvPr/>
        </p:nvSpPr>
        <p:spPr>
          <a:xfrm>
            <a:off x="13287925" y="5408977"/>
            <a:ext cx="1791591" cy="1791591"/>
          </a:xfrm>
          <a:custGeom>
            <a:rect b="b" l="l" r="r" t="t"/>
            <a:pathLst>
              <a:path extrusionOk="0" h="1791591" w="1791591">
                <a:moveTo>
                  <a:pt x="0" y="1791591"/>
                </a:moveTo>
                <a:lnTo>
                  <a:pt x="0" y="1791591"/>
                </a:lnTo>
                <a:cubicBezTo>
                  <a:pt x="0" y="1791591"/>
                  <a:pt x="0" y="1791591"/>
                  <a:pt x="0" y="1791591"/>
                </a:cubicBezTo>
                <a:cubicBezTo>
                  <a:pt x="989468" y="1791591"/>
                  <a:pt x="1791591" y="989468"/>
                  <a:pt x="1791591" y="0"/>
                </a:cubicBezTo>
                <a:lnTo>
                  <a:pt x="1791591" y="0"/>
                </a:lnTo>
                <a:cubicBezTo>
                  <a:pt x="1791591" y="0"/>
                  <a:pt x="1791591" y="0"/>
                  <a:pt x="1791591" y="0"/>
                </a:cubicBezTo>
                <a:cubicBezTo>
                  <a:pt x="802123" y="0"/>
                  <a:pt x="0" y="802123"/>
                  <a:pt x="0"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74" name="Google Shape;74;p4"/>
          <p:cNvSpPr/>
          <p:nvPr/>
        </p:nvSpPr>
        <p:spPr>
          <a:xfrm>
            <a:off x="7314677" y="5408977"/>
            <a:ext cx="3782287" cy="1791591"/>
          </a:xfrm>
          <a:custGeom>
            <a:rect b="b" l="l" r="r" t="t"/>
            <a:pathLst>
              <a:path extrusionOk="0" h="1791591" w="3782287">
                <a:moveTo>
                  <a:pt x="0" y="1594089"/>
                </a:moveTo>
                <a:lnTo>
                  <a:pt x="0" y="1791591"/>
                </a:lnTo>
                <a:lnTo>
                  <a:pt x="2188198" y="1791591"/>
                </a:lnTo>
                <a:cubicBezTo>
                  <a:pt x="3068626" y="1791591"/>
                  <a:pt x="3782287" y="1077930"/>
                  <a:pt x="3782287" y="197502"/>
                </a:cubicBezTo>
                <a:lnTo>
                  <a:pt x="3782287" y="0"/>
                </a:lnTo>
                <a:lnTo>
                  <a:pt x="1594089" y="0"/>
                </a:lnTo>
                <a:cubicBezTo>
                  <a:pt x="713661" y="0"/>
                  <a:pt x="0" y="713661"/>
                  <a:pt x="0" y="1594089"/>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75" name="Google Shape;75;p4"/>
          <p:cNvSpPr/>
          <p:nvPr/>
        </p:nvSpPr>
        <p:spPr>
          <a:xfrm>
            <a:off x="1341430" y="1427584"/>
            <a:ext cx="3782287" cy="1791591"/>
          </a:xfrm>
          <a:custGeom>
            <a:rect b="b" l="l" r="r" t="t"/>
            <a:pathLst>
              <a:path extrusionOk="0" h="1791591" w="3782287">
                <a:moveTo>
                  <a:pt x="0" y="1594090"/>
                </a:moveTo>
                <a:lnTo>
                  <a:pt x="0" y="1791591"/>
                </a:lnTo>
                <a:lnTo>
                  <a:pt x="2188198" y="1791591"/>
                </a:lnTo>
                <a:cubicBezTo>
                  <a:pt x="3068627" y="1791591"/>
                  <a:pt x="3782288" y="1077930"/>
                  <a:pt x="3782288" y="197502"/>
                </a:cubicBezTo>
                <a:lnTo>
                  <a:pt x="3782288" y="0"/>
                </a:lnTo>
                <a:lnTo>
                  <a:pt x="1594089" y="0"/>
                </a:lnTo>
                <a:cubicBezTo>
                  <a:pt x="713661" y="0"/>
                  <a:pt x="0" y="713661"/>
                  <a:pt x="0" y="1594090"/>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76" name="Google Shape;76;p4"/>
          <p:cNvSpPr/>
          <p:nvPr/>
        </p:nvSpPr>
        <p:spPr>
          <a:xfrm>
            <a:off x="7314677" y="3418280"/>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2" y="0"/>
                  <a:pt x="0" y="802123"/>
                  <a:pt x="0"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77" name="Google Shape;77;p4"/>
          <p:cNvSpPr/>
          <p:nvPr/>
        </p:nvSpPr>
        <p:spPr>
          <a:xfrm>
            <a:off x="9305373" y="1427584"/>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3" y="0"/>
                  <a:pt x="0" y="802123"/>
                  <a:pt x="0"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78" name="Google Shape;78;p4"/>
          <p:cNvSpPr/>
          <p:nvPr/>
        </p:nvSpPr>
        <p:spPr>
          <a:xfrm>
            <a:off x="5323980" y="3418280"/>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3" y="1791591"/>
                  <a:pt x="1791591"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79" name="Google Shape;79;p4"/>
          <p:cNvSpPr/>
          <p:nvPr/>
        </p:nvSpPr>
        <p:spPr>
          <a:xfrm>
            <a:off x="6319329" y="1427584"/>
            <a:ext cx="796242" cy="1791591"/>
          </a:xfrm>
          <a:custGeom>
            <a:rect b="b" l="l" r="r" t="t"/>
            <a:pathLst>
              <a:path extrusionOk="0" h="1791591" w="796242">
                <a:moveTo>
                  <a:pt x="796242" y="1791591"/>
                </a:moveTo>
                <a:lnTo>
                  <a:pt x="796242" y="1791591"/>
                </a:lnTo>
                <a:lnTo>
                  <a:pt x="796242" y="796243"/>
                </a:lnTo>
                <a:cubicBezTo>
                  <a:pt x="796242" y="356430"/>
                  <a:pt x="439724" y="0"/>
                  <a:pt x="0" y="0"/>
                </a:cubicBezTo>
                <a:lnTo>
                  <a:pt x="0" y="0"/>
                </a:lnTo>
                <a:lnTo>
                  <a:pt x="0" y="995348"/>
                </a:lnTo>
                <a:cubicBezTo>
                  <a:pt x="0" y="1435162"/>
                  <a:pt x="356518" y="1791591"/>
                  <a:pt x="796242"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80" name="Google Shape;80;p4"/>
          <p:cNvSpPr/>
          <p:nvPr/>
        </p:nvSpPr>
        <p:spPr>
          <a:xfrm>
            <a:off x="3333284" y="5408977"/>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8"/>
                  <a:pt x="802123" y="1791591"/>
                  <a:pt x="1791591"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81" name="Google Shape;81;p4"/>
          <p:cNvSpPr/>
          <p:nvPr/>
        </p:nvSpPr>
        <p:spPr>
          <a:xfrm>
            <a:off x="11297228" y="3418280"/>
            <a:ext cx="3782287" cy="1791591"/>
          </a:xfrm>
          <a:custGeom>
            <a:rect b="b" l="l" r="r" t="t"/>
            <a:pathLst>
              <a:path extrusionOk="0" h="1791591" w="3782287">
                <a:moveTo>
                  <a:pt x="1594089" y="1791591"/>
                </a:moveTo>
                <a:lnTo>
                  <a:pt x="3782287" y="1791591"/>
                </a:lnTo>
                <a:lnTo>
                  <a:pt x="3782287" y="1594089"/>
                </a:lnTo>
                <a:cubicBezTo>
                  <a:pt x="3782287" y="713661"/>
                  <a:pt x="3068626" y="0"/>
                  <a:pt x="2188197" y="0"/>
                </a:cubicBezTo>
                <a:lnTo>
                  <a:pt x="0" y="0"/>
                </a:lnTo>
                <a:lnTo>
                  <a:pt x="0" y="197502"/>
                </a:lnTo>
                <a:cubicBezTo>
                  <a:pt x="0" y="1077930"/>
                  <a:pt x="713661" y="1791591"/>
                  <a:pt x="1594089"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82" name="Google Shape;82;p4"/>
          <p:cNvSpPr/>
          <p:nvPr/>
        </p:nvSpPr>
        <p:spPr>
          <a:xfrm>
            <a:off x="17269317" y="3418280"/>
            <a:ext cx="1791592" cy="1791591"/>
          </a:xfrm>
          <a:custGeom>
            <a:rect b="b" l="l" r="r" t="t"/>
            <a:pathLst>
              <a:path extrusionOk="0" h="1791591" w="1791592">
                <a:moveTo>
                  <a:pt x="1791592" y="1791591"/>
                </a:moveTo>
                <a:lnTo>
                  <a:pt x="1791592" y="1791591"/>
                </a:lnTo>
                <a:cubicBezTo>
                  <a:pt x="1791592" y="802123"/>
                  <a:pt x="989469" y="0"/>
                  <a:pt x="0" y="0"/>
                </a:cubicBezTo>
                <a:lnTo>
                  <a:pt x="0" y="0"/>
                </a:lnTo>
                <a:cubicBezTo>
                  <a:pt x="0" y="989469"/>
                  <a:pt x="802123" y="1791591"/>
                  <a:pt x="1791592"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83" name="Google Shape;83;p4"/>
          <p:cNvSpPr/>
          <p:nvPr/>
        </p:nvSpPr>
        <p:spPr>
          <a:xfrm>
            <a:off x="17269317" y="1427584"/>
            <a:ext cx="796242" cy="1791591"/>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84" name="Google Shape;84;p4"/>
          <p:cNvSpPr/>
          <p:nvPr/>
        </p:nvSpPr>
        <p:spPr>
          <a:xfrm>
            <a:off x="15278621" y="5408977"/>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8"/>
                  <a:pt x="802123" y="1791591"/>
                  <a:pt x="1791591"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85" name="Google Shape;85;p4"/>
          <p:cNvSpPr/>
          <p:nvPr/>
        </p:nvSpPr>
        <p:spPr>
          <a:xfrm>
            <a:off x="11297228" y="5408977"/>
            <a:ext cx="1791591" cy="1791591"/>
          </a:xfrm>
          <a:custGeom>
            <a:rect b="b" l="l" r="r" t="t"/>
            <a:pathLst>
              <a:path extrusionOk="0" h="1791591" w="1791591">
                <a:moveTo>
                  <a:pt x="1791591" y="1791591"/>
                </a:moveTo>
                <a:lnTo>
                  <a:pt x="1791591" y="1791591"/>
                </a:lnTo>
                <a:cubicBezTo>
                  <a:pt x="1791591" y="802123"/>
                  <a:pt x="989468" y="0"/>
                  <a:pt x="0" y="0"/>
                </a:cubicBezTo>
                <a:lnTo>
                  <a:pt x="0" y="0"/>
                </a:lnTo>
                <a:cubicBezTo>
                  <a:pt x="0" y="989468"/>
                  <a:pt x="802122" y="1791591"/>
                  <a:pt x="1791591"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86" name="Google Shape;86;p4"/>
          <p:cNvSpPr txBox="1"/>
          <p:nvPr>
            <p:ph idx="1" type="body"/>
          </p:nvPr>
        </p:nvSpPr>
        <p:spPr>
          <a:xfrm>
            <a:off x="1513347" y="10753869"/>
            <a:ext cx="21402635" cy="768672"/>
          </a:xfrm>
          <a:prstGeom prst="rect">
            <a:avLst/>
          </a:prstGeom>
          <a:noFill/>
          <a:ln>
            <a:noFill/>
          </a:ln>
        </p:spPr>
        <p:txBody>
          <a:bodyPr anchorCtr="0" anchor="t" bIns="0" lIns="0" spcFirstLastPara="1" rIns="0" wrap="square" tIns="0">
            <a:spAutoFit/>
          </a:bodyPr>
          <a:lstStyle>
            <a:lvl1pPr indent="-228600" lvl="0" marL="457200" marR="0" rtl="0" algn="l">
              <a:lnSpc>
                <a:spcPct val="90000"/>
              </a:lnSpc>
              <a:spcBef>
                <a:spcPts val="2000"/>
              </a:spcBef>
              <a:spcAft>
                <a:spcPts val="0"/>
              </a:spcAft>
              <a:buClr>
                <a:schemeClr val="lt1"/>
              </a:buClr>
              <a:buSzPts val="5400"/>
              <a:buFont typeface="Arial"/>
              <a:buNone/>
              <a:defRPr b="0" i="0" sz="5400" u="none" cap="none" strike="noStrike">
                <a:solidFill>
                  <a:schemeClr val="lt1"/>
                </a:solidFill>
                <a:latin typeface="Arial"/>
                <a:ea typeface="Arial"/>
                <a:cs typeface="Arial"/>
                <a:sym typeface="Arial"/>
              </a:defRPr>
            </a:lvl1pPr>
            <a:lvl2pPr indent="-533400" lvl="1" marL="914400" marR="0" rtl="0" algn="l">
              <a:lnSpc>
                <a:spcPct val="90000"/>
              </a:lnSpc>
              <a:spcBef>
                <a:spcPts val="1000"/>
              </a:spcBef>
              <a:spcAft>
                <a:spcPts val="0"/>
              </a:spcAft>
              <a:buClr>
                <a:schemeClr val="lt1"/>
              </a:buClr>
              <a:buSzPts val="4800"/>
              <a:buFont typeface="Arial"/>
              <a:buChar char="•"/>
              <a:defRPr b="0" i="0" sz="4800" u="none" cap="none" strike="noStrike">
                <a:solidFill>
                  <a:schemeClr val="lt1"/>
                </a:solidFill>
                <a:latin typeface="Arial"/>
                <a:ea typeface="Arial"/>
                <a:cs typeface="Arial"/>
                <a:sym typeface="Arial"/>
              </a:defRPr>
            </a:lvl2pPr>
            <a:lvl3pPr indent="-482600" lvl="2" marL="1371600" marR="0" rtl="0" algn="l">
              <a:lnSpc>
                <a:spcPct val="90000"/>
              </a:lnSpc>
              <a:spcBef>
                <a:spcPts val="1000"/>
              </a:spcBef>
              <a:spcAft>
                <a:spcPts val="0"/>
              </a:spcAft>
              <a:buClr>
                <a:schemeClr val="lt1"/>
              </a:buClr>
              <a:buSzPts val="4000"/>
              <a:buFont typeface="Arial"/>
              <a:buChar char="•"/>
              <a:defRPr b="0" i="0" sz="4000" u="none" cap="none" strike="noStrike">
                <a:solidFill>
                  <a:schemeClr val="lt1"/>
                </a:solidFill>
                <a:latin typeface="Arial"/>
                <a:ea typeface="Arial"/>
                <a:cs typeface="Arial"/>
                <a:sym typeface="Arial"/>
              </a:defRPr>
            </a:lvl3pPr>
            <a:lvl4pPr indent="-457200" lvl="3" marL="1828800" marR="0" rtl="0" algn="l">
              <a:lnSpc>
                <a:spcPct val="90000"/>
              </a:lnSpc>
              <a:spcBef>
                <a:spcPts val="1000"/>
              </a:spcBef>
              <a:spcAft>
                <a:spcPts val="0"/>
              </a:spcAft>
              <a:buClr>
                <a:schemeClr val="lt1"/>
              </a:buClr>
              <a:buSzPts val="3600"/>
              <a:buFont typeface="Arial"/>
              <a:buChar char="•"/>
              <a:defRPr b="0" i="0" sz="3600" u="none" cap="none" strike="noStrike">
                <a:solidFill>
                  <a:schemeClr val="lt1"/>
                </a:solidFill>
                <a:latin typeface="Arial"/>
                <a:ea typeface="Arial"/>
                <a:cs typeface="Arial"/>
                <a:sym typeface="Arial"/>
              </a:defRPr>
            </a:lvl4pPr>
            <a:lvl5pPr indent="-457200" lvl="4" marL="2286000" marR="0" rtl="0" algn="l">
              <a:lnSpc>
                <a:spcPct val="90000"/>
              </a:lnSpc>
              <a:spcBef>
                <a:spcPts val="1000"/>
              </a:spcBef>
              <a:spcAft>
                <a:spcPts val="0"/>
              </a:spcAft>
              <a:buClr>
                <a:schemeClr val="lt1"/>
              </a:buClr>
              <a:buSzPts val="3600"/>
              <a:buFont typeface="Arial"/>
              <a:buChar char="•"/>
              <a:defRPr b="0" i="0" sz="3600" u="none" cap="none" strike="noStrike">
                <a:solidFill>
                  <a:schemeClr val="lt1"/>
                </a:solidFill>
                <a:latin typeface="Arial"/>
                <a:ea typeface="Arial"/>
                <a:cs typeface="Arial"/>
                <a:sym typeface="Arial"/>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9pPr>
          </a:lstStyle>
          <a:p/>
        </p:txBody>
      </p:sp>
      <p:sp>
        <p:nvSpPr>
          <p:cNvPr id="87" name="Google Shape;87;p4"/>
          <p:cNvSpPr/>
          <p:nvPr/>
        </p:nvSpPr>
        <p:spPr>
          <a:xfrm>
            <a:off x="273503" y="13071550"/>
            <a:ext cx="1449453" cy="409020"/>
          </a:xfrm>
          <a:prstGeom prst="round2DiagRect">
            <a:avLst>
              <a:gd fmla="val 16667" name="adj1"/>
              <a:gd fmla="val 0" name="adj2"/>
            </a:avLst>
          </a:prstGeom>
          <a:solidFill>
            <a:schemeClr val="accent1"/>
          </a:solidFill>
          <a:ln>
            <a:noFill/>
          </a:ln>
        </p:spPr>
        <p:txBody>
          <a:bodyPr anchorCtr="0" anchor="t" bIns="45700" lIns="91425" spcFirstLastPara="1" rIns="91425" wrap="square" tIns="45700">
            <a:noAutofit/>
          </a:bodyPr>
          <a:lstStyle/>
          <a:p>
            <a:pPr indent="0" lvl="0" marL="0" marR="0" rtl="1" algn="ctr">
              <a:spcBef>
                <a:spcPts val="0"/>
              </a:spcBef>
              <a:spcAft>
                <a:spcPts val="0"/>
              </a:spcAft>
              <a:buNone/>
            </a:pPr>
            <a:r>
              <a:rPr lang="en-US" sz="2000">
                <a:solidFill>
                  <a:schemeClr val="lt2"/>
                </a:solidFill>
                <a:latin typeface="Arial"/>
                <a:ea typeface="Arial"/>
                <a:cs typeface="Arial"/>
                <a:sym typeface="Arial"/>
              </a:rPr>
              <a:t>Internal</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Slide">
  <p:cSld name="Sub-Section Slide">
    <p:spTree>
      <p:nvGrpSpPr>
        <p:cNvPr id="88" name="Shape 88"/>
        <p:cNvGrpSpPr/>
        <p:nvPr/>
      </p:nvGrpSpPr>
      <p:grpSpPr>
        <a:xfrm>
          <a:off x="0" y="0"/>
          <a:ext cx="0" cy="0"/>
          <a:chOff x="0" y="0"/>
          <a:chExt cx="0" cy="0"/>
        </a:xfrm>
      </p:grpSpPr>
      <p:sp>
        <p:nvSpPr>
          <p:cNvPr id="89" name="Google Shape;89;p5"/>
          <p:cNvSpPr/>
          <p:nvPr/>
        </p:nvSpPr>
        <p:spPr>
          <a:xfrm>
            <a:off x="0" y="3970266"/>
            <a:ext cx="21458182" cy="5994828"/>
          </a:xfrm>
          <a:prstGeom prst="round1Rect">
            <a:avLst>
              <a:gd fmla="val 20955" name="adj"/>
            </a:avLst>
          </a:prstGeom>
          <a:solidFill>
            <a:schemeClr val="dk2"/>
          </a:solidFill>
          <a:ln cap="flat" cmpd="sng" w="12700">
            <a:solidFill>
              <a:srgbClr val="08386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sz="3600">
              <a:solidFill>
                <a:schemeClr val="lt1"/>
              </a:solidFill>
              <a:latin typeface="Arial"/>
              <a:ea typeface="Arial"/>
              <a:cs typeface="Arial"/>
              <a:sym typeface="Arial"/>
            </a:endParaRPr>
          </a:p>
        </p:txBody>
      </p:sp>
      <p:sp>
        <p:nvSpPr>
          <p:cNvPr id="90" name="Google Shape;90;p5"/>
          <p:cNvSpPr txBox="1"/>
          <p:nvPr>
            <p:ph idx="1" type="body"/>
          </p:nvPr>
        </p:nvSpPr>
        <p:spPr>
          <a:xfrm>
            <a:off x="1616865" y="5187820"/>
            <a:ext cx="16369423" cy="3191070"/>
          </a:xfrm>
          <a:prstGeom prst="rect">
            <a:avLst/>
          </a:prstGeom>
          <a:noFill/>
          <a:ln>
            <a:noFill/>
          </a:ln>
        </p:spPr>
        <p:txBody>
          <a:bodyPr anchorCtr="0" anchor="ctr" bIns="0" lIns="0" spcFirstLastPara="1" rIns="0" wrap="square" tIns="0">
            <a:noAutofit/>
          </a:bodyPr>
          <a:lstStyle>
            <a:lvl1pPr indent="-228600" lvl="0" marL="457200" marR="0" rtl="0" algn="l">
              <a:lnSpc>
                <a:spcPct val="90000"/>
              </a:lnSpc>
              <a:spcBef>
                <a:spcPts val="2000"/>
              </a:spcBef>
              <a:spcAft>
                <a:spcPts val="0"/>
              </a:spcAft>
              <a:buClr>
                <a:schemeClr val="lt1"/>
              </a:buClr>
              <a:buSzPts val="8000"/>
              <a:buFont typeface="Arial"/>
              <a:buNone/>
              <a:defRPr b="0" i="0" sz="8000" u="none" cap="none" strike="noStrike">
                <a:solidFill>
                  <a:schemeClr val="lt1"/>
                </a:solidFill>
                <a:latin typeface="Arial"/>
                <a:ea typeface="Arial"/>
                <a:cs typeface="Arial"/>
                <a:sym typeface="Arial"/>
              </a:defRPr>
            </a:lvl1pPr>
            <a:lvl2pPr indent="-533400" lvl="1" marL="914400" marR="0" rtl="0" algn="l">
              <a:lnSpc>
                <a:spcPct val="90000"/>
              </a:lnSpc>
              <a:spcBef>
                <a:spcPts val="1000"/>
              </a:spcBef>
              <a:spcAft>
                <a:spcPts val="0"/>
              </a:spcAft>
              <a:buClr>
                <a:srgbClr val="0C4E8B"/>
              </a:buClr>
              <a:buSzPts val="4800"/>
              <a:buFont typeface="Arial"/>
              <a:buChar char="•"/>
              <a:defRPr b="0" i="0" sz="4800" u="none" cap="none" strike="noStrike">
                <a:solidFill>
                  <a:srgbClr val="0C4E8B"/>
                </a:solidFill>
                <a:latin typeface="Arial"/>
                <a:ea typeface="Arial"/>
                <a:cs typeface="Arial"/>
                <a:sym typeface="Arial"/>
              </a:defRPr>
            </a:lvl2pPr>
            <a:lvl3pPr indent="-482600" lvl="2" marL="1371600" marR="0" rtl="0" algn="l">
              <a:lnSpc>
                <a:spcPct val="90000"/>
              </a:lnSpc>
              <a:spcBef>
                <a:spcPts val="1000"/>
              </a:spcBef>
              <a:spcAft>
                <a:spcPts val="0"/>
              </a:spcAft>
              <a:buClr>
                <a:srgbClr val="0C4E8B"/>
              </a:buClr>
              <a:buSzPts val="4000"/>
              <a:buFont typeface="Arial"/>
              <a:buChar char="•"/>
              <a:defRPr b="0" i="0" sz="4000" u="none" cap="none" strike="noStrike">
                <a:solidFill>
                  <a:srgbClr val="0C4E8B"/>
                </a:solidFill>
                <a:latin typeface="Arial"/>
                <a:ea typeface="Arial"/>
                <a:cs typeface="Arial"/>
                <a:sym typeface="Arial"/>
              </a:defRPr>
            </a:lvl3pPr>
            <a:lvl4pPr indent="-457200" lvl="3" marL="1828800" marR="0" rtl="0" algn="l">
              <a:lnSpc>
                <a:spcPct val="90000"/>
              </a:lnSpc>
              <a:spcBef>
                <a:spcPts val="1000"/>
              </a:spcBef>
              <a:spcAft>
                <a:spcPts val="0"/>
              </a:spcAft>
              <a:buClr>
                <a:srgbClr val="0C4E8B"/>
              </a:buClr>
              <a:buSzPts val="3600"/>
              <a:buFont typeface="Arial"/>
              <a:buChar char="•"/>
              <a:defRPr b="0" i="0" sz="3600" u="none" cap="none" strike="noStrike">
                <a:solidFill>
                  <a:srgbClr val="0C4E8B"/>
                </a:solidFill>
                <a:latin typeface="Arial"/>
                <a:ea typeface="Arial"/>
                <a:cs typeface="Arial"/>
                <a:sym typeface="Arial"/>
              </a:defRPr>
            </a:lvl4pPr>
            <a:lvl5pPr indent="-457200" lvl="4" marL="2286000" marR="0" rtl="0" algn="l">
              <a:lnSpc>
                <a:spcPct val="90000"/>
              </a:lnSpc>
              <a:spcBef>
                <a:spcPts val="1000"/>
              </a:spcBef>
              <a:spcAft>
                <a:spcPts val="0"/>
              </a:spcAft>
              <a:buClr>
                <a:srgbClr val="0C4E8B"/>
              </a:buClr>
              <a:buSzPts val="3600"/>
              <a:buFont typeface="Arial"/>
              <a:buChar char="•"/>
              <a:defRPr b="0" i="0" sz="3600" u="none" cap="none" strike="noStrike">
                <a:solidFill>
                  <a:srgbClr val="0C4E8B"/>
                </a:solidFill>
                <a:latin typeface="Arial"/>
                <a:ea typeface="Arial"/>
                <a:cs typeface="Arial"/>
                <a:sym typeface="Arial"/>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9pPr>
          </a:lstStyle>
          <a:p/>
        </p:txBody>
      </p:sp>
      <p:grpSp>
        <p:nvGrpSpPr>
          <p:cNvPr id="91" name="Google Shape;91;p5"/>
          <p:cNvGrpSpPr/>
          <p:nvPr/>
        </p:nvGrpSpPr>
        <p:grpSpPr>
          <a:xfrm>
            <a:off x="186610" y="8973301"/>
            <a:ext cx="21122640" cy="883869"/>
            <a:chOff x="0" y="10743237"/>
            <a:chExt cx="21670310" cy="892607"/>
          </a:xfrm>
        </p:grpSpPr>
        <p:sp>
          <p:nvSpPr>
            <p:cNvPr id="92" name="Google Shape;92;p5"/>
            <p:cNvSpPr/>
            <p:nvPr/>
          </p:nvSpPr>
          <p:spPr>
            <a:xfrm>
              <a:off x="2975992" y="10743237"/>
              <a:ext cx="892607" cy="892607"/>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2" y="1791591"/>
                    <a:pt x="1791591" y="1791591"/>
                  </a:cubicBezTo>
                  <a:close/>
                </a:path>
              </a:pathLst>
            </a:custGeom>
            <a:gradFill>
              <a:gsLst>
                <a:gs pos="0">
                  <a:srgbClr val="2A7C62">
                    <a:alpha val="81960"/>
                  </a:srgbClr>
                </a:gs>
                <a:gs pos="100000">
                  <a:schemeClr val="accent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93" name="Google Shape;93;p5"/>
            <p:cNvSpPr/>
            <p:nvPr/>
          </p:nvSpPr>
          <p:spPr>
            <a:xfrm>
              <a:off x="1984186" y="10743237"/>
              <a:ext cx="396704" cy="892607"/>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gradFill>
              <a:gsLst>
                <a:gs pos="0">
                  <a:srgbClr val="2A7C62">
                    <a:alpha val="81960"/>
                  </a:srgbClr>
                </a:gs>
                <a:gs pos="100000">
                  <a:schemeClr val="accent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94" name="Google Shape;94;p5"/>
            <p:cNvSpPr/>
            <p:nvPr/>
          </p:nvSpPr>
          <p:spPr>
            <a:xfrm>
              <a:off x="8927399" y="10743237"/>
              <a:ext cx="892607" cy="892607"/>
            </a:xfrm>
            <a:custGeom>
              <a:rect b="b" l="l" r="r" t="t"/>
              <a:pathLst>
                <a:path extrusionOk="0" h="1791591" w="1791591">
                  <a:moveTo>
                    <a:pt x="1791591" y="1791591"/>
                  </a:moveTo>
                  <a:lnTo>
                    <a:pt x="1791591" y="1791591"/>
                  </a:lnTo>
                  <a:cubicBezTo>
                    <a:pt x="1791591" y="802123"/>
                    <a:pt x="989468" y="0"/>
                    <a:pt x="0" y="0"/>
                  </a:cubicBezTo>
                  <a:lnTo>
                    <a:pt x="0" y="0"/>
                  </a:lnTo>
                  <a:cubicBezTo>
                    <a:pt x="0" y="989469"/>
                    <a:pt x="802122" y="1791591"/>
                    <a:pt x="1791591"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95" name="Google Shape;95;p5"/>
            <p:cNvSpPr/>
            <p:nvPr/>
          </p:nvSpPr>
          <p:spPr>
            <a:xfrm>
              <a:off x="9919204" y="10743237"/>
              <a:ext cx="892606" cy="892607"/>
            </a:xfrm>
            <a:custGeom>
              <a:rect b="b" l="l" r="r" t="t"/>
              <a:pathLst>
                <a:path extrusionOk="0" h="1791591" w="1791589">
                  <a:moveTo>
                    <a:pt x="0" y="1791591"/>
                  </a:moveTo>
                  <a:lnTo>
                    <a:pt x="0" y="1791591"/>
                  </a:lnTo>
                  <a:cubicBezTo>
                    <a:pt x="0" y="1791591"/>
                    <a:pt x="0" y="1791591"/>
                    <a:pt x="0" y="1791591"/>
                  </a:cubicBezTo>
                  <a:cubicBezTo>
                    <a:pt x="989467" y="1791591"/>
                    <a:pt x="1791590" y="989469"/>
                    <a:pt x="1791590" y="0"/>
                  </a:cubicBezTo>
                  <a:lnTo>
                    <a:pt x="1791590" y="0"/>
                  </a:lnTo>
                  <a:cubicBezTo>
                    <a:pt x="1791590" y="0"/>
                    <a:pt x="1791590" y="0"/>
                    <a:pt x="1791590" y="0"/>
                  </a:cubicBezTo>
                  <a:cubicBezTo>
                    <a:pt x="802121" y="0"/>
                    <a:pt x="0" y="802123"/>
                    <a:pt x="0" y="1791591"/>
                  </a:cubicBezTo>
                  <a:close/>
                </a:path>
              </a:pathLst>
            </a:custGeom>
            <a:gradFill>
              <a:gsLst>
                <a:gs pos="0">
                  <a:srgbClr val="2A7C62">
                    <a:alpha val="81960"/>
                  </a:srgbClr>
                </a:gs>
                <a:gs pos="100000">
                  <a:schemeClr val="accent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96" name="Google Shape;96;p5"/>
            <p:cNvSpPr/>
            <p:nvPr/>
          </p:nvSpPr>
          <p:spPr>
            <a:xfrm>
              <a:off x="5951984" y="10743237"/>
              <a:ext cx="1884411" cy="892607"/>
            </a:xfrm>
            <a:custGeom>
              <a:rect b="b" l="l" r="r" t="t"/>
              <a:pathLst>
                <a:path extrusionOk="0" h="1791591" w="3782287">
                  <a:moveTo>
                    <a:pt x="0" y="1594090"/>
                  </a:moveTo>
                  <a:lnTo>
                    <a:pt x="0" y="1791591"/>
                  </a:lnTo>
                  <a:lnTo>
                    <a:pt x="2188198" y="1791591"/>
                  </a:lnTo>
                  <a:cubicBezTo>
                    <a:pt x="3068626" y="1791591"/>
                    <a:pt x="3782287" y="1077930"/>
                    <a:pt x="3782287" y="197502"/>
                  </a:cubicBezTo>
                  <a:lnTo>
                    <a:pt x="3782287" y="0"/>
                  </a:lnTo>
                  <a:lnTo>
                    <a:pt x="1594089" y="0"/>
                  </a:lnTo>
                  <a:cubicBezTo>
                    <a:pt x="713661" y="0"/>
                    <a:pt x="0" y="713661"/>
                    <a:pt x="0" y="1594090"/>
                  </a:cubicBezTo>
                  <a:close/>
                </a:path>
              </a:pathLst>
            </a:custGeom>
            <a:gradFill>
              <a:gsLst>
                <a:gs pos="0">
                  <a:srgbClr val="2A7C62">
                    <a:alpha val="81960"/>
                  </a:srgbClr>
                </a:gs>
                <a:gs pos="100000">
                  <a:schemeClr val="accent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97" name="Google Shape;97;p5"/>
            <p:cNvSpPr/>
            <p:nvPr/>
          </p:nvSpPr>
          <p:spPr>
            <a:xfrm>
              <a:off x="4960179" y="10743237"/>
              <a:ext cx="892607" cy="892607"/>
            </a:xfrm>
            <a:custGeom>
              <a:rect b="b" l="l" r="r" t="t"/>
              <a:pathLst>
                <a:path extrusionOk="0" h="1791591" w="1791591">
                  <a:moveTo>
                    <a:pt x="0" y="1791591"/>
                  </a:moveTo>
                  <a:lnTo>
                    <a:pt x="0" y="1791591"/>
                  </a:lnTo>
                  <a:cubicBezTo>
                    <a:pt x="0" y="1791591"/>
                    <a:pt x="0" y="1791591"/>
                    <a:pt x="0" y="1791591"/>
                  </a:cubicBezTo>
                  <a:cubicBezTo>
                    <a:pt x="989468" y="1791591"/>
                    <a:pt x="1791591" y="989469"/>
                    <a:pt x="1791591" y="0"/>
                  </a:cubicBezTo>
                  <a:lnTo>
                    <a:pt x="1791591" y="0"/>
                  </a:lnTo>
                  <a:cubicBezTo>
                    <a:pt x="1791591" y="0"/>
                    <a:pt x="1791591" y="0"/>
                    <a:pt x="1791591" y="0"/>
                  </a:cubicBezTo>
                  <a:cubicBezTo>
                    <a:pt x="802122" y="0"/>
                    <a:pt x="0" y="802123"/>
                    <a:pt x="0" y="1791591"/>
                  </a:cubicBezTo>
                  <a:close/>
                </a:path>
              </a:pathLst>
            </a:custGeom>
            <a:gradFill>
              <a:gsLst>
                <a:gs pos="0">
                  <a:srgbClr val="2A7C62">
                    <a:alpha val="81960"/>
                  </a:srgbClr>
                </a:gs>
                <a:gs pos="100000">
                  <a:schemeClr val="accent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98" name="Google Shape;98;p5"/>
            <p:cNvSpPr/>
            <p:nvPr/>
          </p:nvSpPr>
          <p:spPr>
            <a:xfrm>
              <a:off x="8431496" y="10743237"/>
              <a:ext cx="396704" cy="892607"/>
            </a:xfrm>
            <a:custGeom>
              <a:rect b="b" l="l" r="r" t="t"/>
              <a:pathLst>
                <a:path extrusionOk="0" h="1791591" w="796242">
                  <a:moveTo>
                    <a:pt x="796243" y="1791591"/>
                  </a:moveTo>
                  <a:lnTo>
                    <a:pt x="796243" y="1791591"/>
                  </a:lnTo>
                  <a:lnTo>
                    <a:pt x="796243" y="796243"/>
                  </a:lnTo>
                  <a:cubicBezTo>
                    <a:pt x="796243" y="356430"/>
                    <a:pt x="439724" y="0"/>
                    <a:pt x="0" y="0"/>
                  </a:cubicBezTo>
                  <a:lnTo>
                    <a:pt x="0" y="0"/>
                  </a:lnTo>
                  <a:lnTo>
                    <a:pt x="0" y="995348"/>
                  </a:lnTo>
                  <a:cubicBezTo>
                    <a:pt x="0" y="1435162"/>
                    <a:pt x="356518" y="1791591"/>
                    <a:pt x="796243" y="1791591"/>
                  </a:cubicBezTo>
                  <a:close/>
                </a:path>
              </a:pathLst>
            </a:custGeom>
            <a:gradFill>
              <a:gsLst>
                <a:gs pos="0">
                  <a:srgbClr val="2A7C62">
                    <a:alpha val="81960"/>
                  </a:srgbClr>
                </a:gs>
                <a:gs pos="100000">
                  <a:schemeClr val="accent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99" name="Google Shape;99;p5"/>
            <p:cNvSpPr/>
            <p:nvPr/>
          </p:nvSpPr>
          <p:spPr>
            <a:xfrm>
              <a:off x="0" y="10743237"/>
              <a:ext cx="1884411" cy="892607"/>
            </a:xfrm>
            <a:custGeom>
              <a:rect b="b" l="l" r="r" t="t"/>
              <a:pathLst>
                <a:path extrusionOk="0" h="1791591" w="3782287">
                  <a:moveTo>
                    <a:pt x="0" y="1594090"/>
                  </a:moveTo>
                  <a:lnTo>
                    <a:pt x="0" y="1791591"/>
                  </a:lnTo>
                  <a:lnTo>
                    <a:pt x="2188198" y="1791591"/>
                  </a:lnTo>
                  <a:cubicBezTo>
                    <a:pt x="3068627" y="1791591"/>
                    <a:pt x="3782288" y="1077930"/>
                    <a:pt x="3782288" y="197502"/>
                  </a:cubicBezTo>
                  <a:lnTo>
                    <a:pt x="3782288" y="0"/>
                  </a:lnTo>
                  <a:lnTo>
                    <a:pt x="1594089" y="0"/>
                  </a:lnTo>
                  <a:cubicBezTo>
                    <a:pt x="713661" y="0"/>
                    <a:pt x="0" y="713661"/>
                    <a:pt x="0" y="1594090"/>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00" name="Google Shape;100;p5"/>
            <p:cNvSpPr/>
            <p:nvPr/>
          </p:nvSpPr>
          <p:spPr>
            <a:xfrm>
              <a:off x="3967796" y="10743237"/>
              <a:ext cx="892607" cy="892607"/>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3" y="0"/>
                    <a:pt x="0" y="802123"/>
                    <a:pt x="0"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01" name="Google Shape;101;p5"/>
            <p:cNvSpPr/>
            <p:nvPr/>
          </p:nvSpPr>
          <p:spPr>
            <a:xfrm>
              <a:off x="2480089" y="10743237"/>
              <a:ext cx="396704" cy="892607"/>
            </a:xfrm>
            <a:custGeom>
              <a:rect b="b" l="l" r="r" t="t"/>
              <a:pathLst>
                <a:path extrusionOk="0" h="1791591" w="796242">
                  <a:moveTo>
                    <a:pt x="796242" y="1791591"/>
                  </a:moveTo>
                  <a:lnTo>
                    <a:pt x="796242" y="1791591"/>
                  </a:lnTo>
                  <a:lnTo>
                    <a:pt x="796242" y="796243"/>
                  </a:lnTo>
                  <a:cubicBezTo>
                    <a:pt x="796242" y="356430"/>
                    <a:pt x="439724" y="0"/>
                    <a:pt x="0" y="0"/>
                  </a:cubicBezTo>
                  <a:lnTo>
                    <a:pt x="0" y="0"/>
                  </a:lnTo>
                  <a:lnTo>
                    <a:pt x="0" y="995348"/>
                  </a:lnTo>
                  <a:cubicBezTo>
                    <a:pt x="0" y="1435162"/>
                    <a:pt x="356518" y="1791591"/>
                    <a:pt x="796242"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02" name="Google Shape;102;p5"/>
            <p:cNvSpPr/>
            <p:nvPr/>
          </p:nvSpPr>
          <p:spPr>
            <a:xfrm>
              <a:off x="7935593" y="10743237"/>
              <a:ext cx="396704" cy="892607"/>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03" name="Google Shape;103;p5"/>
            <p:cNvSpPr/>
            <p:nvPr/>
          </p:nvSpPr>
          <p:spPr>
            <a:xfrm>
              <a:off x="13834492" y="10743237"/>
              <a:ext cx="892607" cy="892607"/>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2" y="1791591"/>
                    <a:pt x="1791591" y="1791591"/>
                  </a:cubicBezTo>
                  <a:close/>
                </a:path>
              </a:pathLst>
            </a:custGeom>
            <a:gradFill>
              <a:gsLst>
                <a:gs pos="0">
                  <a:srgbClr val="2A7C62">
                    <a:alpha val="81960"/>
                  </a:srgbClr>
                </a:gs>
                <a:gs pos="100000">
                  <a:schemeClr val="accent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04" name="Google Shape;104;p5"/>
            <p:cNvSpPr/>
            <p:nvPr/>
          </p:nvSpPr>
          <p:spPr>
            <a:xfrm>
              <a:off x="12842686" y="10743237"/>
              <a:ext cx="396704" cy="892607"/>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gradFill>
              <a:gsLst>
                <a:gs pos="0">
                  <a:srgbClr val="2A7C62">
                    <a:alpha val="81960"/>
                  </a:srgbClr>
                </a:gs>
                <a:gs pos="100000">
                  <a:schemeClr val="accent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05" name="Google Shape;105;p5"/>
            <p:cNvSpPr/>
            <p:nvPr/>
          </p:nvSpPr>
          <p:spPr>
            <a:xfrm>
              <a:off x="19785899" y="10743237"/>
              <a:ext cx="892607" cy="892607"/>
            </a:xfrm>
            <a:custGeom>
              <a:rect b="b" l="l" r="r" t="t"/>
              <a:pathLst>
                <a:path extrusionOk="0" h="1791591" w="1791591">
                  <a:moveTo>
                    <a:pt x="1791591" y="1791591"/>
                  </a:moveTo>
                  <a:lnTo>
                    <a:pt x="1791591" y="1791591"/>
                  </a:lnTo>
                  <a:cubicBezTo>
                    <a:pt x="1791591" y="802123"/>
                    <a:pt x="989468" y="0"/>
                    <a:pt x="0" y="0"/>
                  </a:cubicBezTo>
                  <a:lnTo>
                    <a:pt x="0" y="0"/>
                  </a:lnTo>
                  <a:cubicBezTo>
                    <a:pt x="0" y="989469"/>
                    <a:pt x="802122" y="1791591"/>
                    <a:pt x="1791591"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06" name="Google Shape;106;p5"/>
            <p:cNvSpPr/>
            <p:nvPr/>
          </p:nvSpPr>
          <p:spPr>
            <a:xfrm>
              <a:off x="20777704" y="10743237"/>
              <a:ext cx="892606" cy="892607"/>
            </a:xfrm>
            <a:custGeom>
              <a:rect b="b" l="l" r="r" t="t"/>
              <a:pathLst>
                <a:path extrusionOk="0" h="1791591" w="1791589">
                  <a:moveTo>
                    <a:pt x="0" y="1791591"/>
                  </a:moveTo>
                  <a:lnTo>
                    <a:pt x="0" y="1791591"/>
                  </a:lnTo>
                  <a:cubicBezTo>
                    <a:pt x="0" y="1791591"/>
                    <a:pt x="0" y="1791591"/>
                    <a:pt x="0" y="1791591"/>
                  </a:cubicBezTo>
                  <a:cubicBezTo>
                    <a:pt x="989467" y="1791591"/>
                    <a:pt x="1791590" y="989469"/>
                    <a:pt x="1791590" y="0"/>
                  </a:cubicBezTo>
                  <a:lnTo>
                    <a:pt x="1791590" y="0"/>
                  </a:lnTo>
                  <a:cubicBezTo>
                    <a:pt x="1791590" y="0"/>
                    <a:pt x="1791590" y="0"/>
                    <a:pt x="1791590" y="0"/>
                  </a:cubicBezTo>
                  <a:cubicBezTo>
                    <a:pt x="802121" y="0"/>
                    <a:pt x="0" y="802123"/>
                    <a:pt x="0" y="1791591"/>
                  </a:cubicBezTo>
                  <a:close/>
                </a:path>
              </a:pathLst>
            </a:custGeom>
            <a:gradFill>
              <a:gsLst>
                <a:gs pos="0">
                  <a:srgbClr val="2A7C62">
                    <a:alpha val="81960"/>
                  </a:srgbClr>
                </a:gs>
                <a:gs pos="100000">
                  <a:schemeClr val="accent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07" name="Google Shape;107;p5"/>
            <p:cNvSpPr/>
            <p:nvPr/>
          </p:nvSpPr>
          <p:spPr>
            <a:xfrm>
              <a:off x="16810484" y="10743237"/>
              <a:ext cx="1884411" cy="892607"/>
            </a:xfrm>
            <a:custGeom>
              <a:rect b="b" l="l" r="r" t="t"/>
              <a:pathLst>
                <a:path extrusionOk="0" h="1791591" w="3782287">
                  <a:moveTo>
                    <a:pt x="0" y="1594090"/>
                  </a:moveTo>
                  <a:lnTo>
                    <a:pt x="0" y="1791591"/>
                  </a:lnTo>
                  <a:lnTo>
                    <a:pt x="2188198" y="1791591"/>
                  </a:lnTo>
                  <a:cubicBezTo>
                    <a:pt x="3068626" y="1791591"/>
                    <a:pt x="3782287" y="1077930"/>
                    <a:pt x="3782287" y="197502"/>
                  </a:cubicBezTo>
                  <a:lnTo>
                    <a:pt x="3782287" y="0"/>
                  </a:lnTo>
                  <a:lnTo>
                    <a:pt x="1594089" y="0"/>
                  </a:lnTo>
                  <a:cubicBezTo>
                    <a:pt x="713661" y="0"/>
                    <a:pt x="0" y="713661"/>
                    <a:pt x="0" y="1594090"/>
                  </a:cubicBezTo>
                  <a:close/>
                </a:path>
              </a:pathLst>
            </a:custGeom>
            <a:gradFill>
              <a:gsLst>
                <a:gs pos="0">
                  <a:srgbClr val="2A7C62">
                    <a:alpha val="81960"/>
                  </a:srgbClr>
                </a:gs>
                <a:gs pos="100000">
                  <a:schemeClr val="accent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08" name="Google Shape;108;p5"/>
            <p:cNvSpPr/>
            <p:nvPr/>
          </p:nvSpPr>
          <p:spPr>
            <a:xfrm>
              <a:off x="15818679" y="10743237"/>
              <a:ext cx="892607" cy="892607"/>
            </a:xfrm>
            <a:custGeom>
              <a:rect b="b" l="l" r="r" t="t"/>
              <a:pathLst>
                <a:path extrusionOk="0" h="1791591" w="1791591">
                  <a:moveTo>
                    <a:pt x="0" y="1791591"/>
                  </a:moveTo>
                  <a:lnTo>
                    <a:pt x="0" y="1791591"/>
                  </a:lnTo>
                  <a:cubicBezTo>
                    <a:pt x="0" y="1791591"/>
                    <a:pt x="0" y="1791591"/>
                    <a:pt x="0" y="1791591"/>
                  </a:cubicBezTo>
                  <a:cubicBezTo>
                    <a:pt x="989468" y="1791591"/>
                    <a:pt x="1791591" y="989469"/>
                    <a:pt x="1791591" y="0"/>
                  </a:cubicBezTo>
                  <a:lnTo>
                    <a:pt x="1791591" y="0"/>
                  </a:lnTo>
                  <a:cubicBezTo>
                    <a:pt x="1791591" y="0"/>
                    <a:pt x="1791591" y="0"/>
                    <a:pt x="1791591" y="0"/>
                  </a:cubicBezTo>
                  <a:cubicBezTo>
                    <a:pt x="802122" y="0"/>
                    <a:pt x="0" y="802123"/>
                    <a:pt x="0" y="1791591"/>
                  </a:cubicBezTo>
                  <a:close/>
                </a:path>
              </a:pathLst>
            </a:custGeom>
            <a:gradFill>
              <a:gsLst>
                <a:gs pos="0">
                  <a:srgbClr val="2A7C62">
                    <a:alpha val="81960"/>
                  </a:srgbClr>
                </a:gs>
                <a:gs pos="100000">
                  <a:schemeClr val="accent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09" name="Google Shape;109;p5"/>
            <p:cNvSpPr/>
            <p:nvPr/>
          </p:nvSpPr>
          <p:spPr>
            <a:xfrm>
              <a:off x="19289996" y="10743237"/>
              <a:ext cx="396704" cy="892607"/>
            </a:xfrm>
            <a:custGeom>
              <a:rect b="b" l="l" r="r" t="t"/>
              <a:pathLst>
                <a:path extrusionOk="0" h="1791591" w="796242">
                  <a:moveTo>
                    <a:pt x="796243" y="1791591"/>
                  </a:moveTo>
                  <a:lnTo>
                    <a:pt x="796243" y="1791591"/>
                  </a:lnTo>
                  <a:lnTo>
                    <a:pt x="796243" y="796243"/>
                  </a:lnTo>
                  <a:cubicBezTo>
                    <a:pt x="796243" y="356430"/>
                    <a:pt x="439724" y="0"/>
                    <a:pt x="0" y="0"/>
                  </a:cubicBezTo>
                  <a:lnTo>
                    <a:pt x="0" y="0"/>
                  </a:lnTo>
                  <a:lnTo>
                    <a:pt x="0" y="995348"/>
                  </a:lnTo>
                  <a:cubicBezTo>
                    <a:pt x="0" y="1435162"/>
                    <a:pt x="356518" y="1791591"/>
                    <a:pt x="796243" y="1791591"/>
                  </a:cubicBezTo>
                  <a:close/>
                </a:path>
              </a:pathLst>
            </a:custGeom>
            <a:gradFill>
              <a:gsLst>
                <a:gs pos="0">
                  <a:srgbClr val="2A7C62">
                    <a:alpha val="81960"/>
                  </a:srgbClr>
                </a:gs>
                <a:gs pos="100000">
                  <a:schemeClr val="accent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10" name="Google Shape;110;p5"/>
            <p:cNvSpPr/>
            <p:nvPr/>
          </p:nvSpPr>
          <p:spPr>
            <a:xfrm>
              <a:off x="10858500" y="10743237"/>
              <a:ext cx="1884411" cy="892607"/>
            </a:xfrm>
            <a:custGeom>
              <a:rect b="b" l="l" r="r" t="t"/>
              <a:pathLst>
                <a:path extrusionOk="0" h="1791591" w="3782287">
                  <a:moveTo>
                    <a:pt x="0" y="1594090"/>
                  </a:moveTo>
                  <a:lnTo>
                    <a:pt x="0" y="1791591"/>
                  </a:lnTo>
                  <a:lnTo>
                    <a:pt x="2188198" y="1791591"/>
                  </a:lnTo>
                  <a:cubicBezTo>
                    <a:pt x="3068627" y="1791591"/>
                    <a:pt x="3782288" y="1077930"/>
                    <a:pt x="3782288" y="197502"/>
                  </a:cubicBezTo>
                  <a:lnTo>
                    <a:pt x="3782288" y="0"/>
                  </a:lnTo>
                  <a:lnTo>
                    <a:pt x="1594089" y="0"/>
                  </a:lnTo>
                  <a:cubicBezTo>
                    <a:pt x="713661" y="0"/>
                    <a:pt x="0" y="713661"/>
                    <a:pt x="0" y="1594090"/>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11" name="Google Shape;111;p5"/>
            <p:cNvSpPr/>
            <p:nvPr/>
          </p:nvSpPr>
          <p:spPr>
            <a:xfrm>
              <a:off x="14826296" y="10743237"/>
              <a:ext cx="892607" cy="892607"/>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3" y="0"/>
                    <a:pt x="0" y="802123"/>
                    <a:pt x="0"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12" name="Google Shape;112;p5"/>
            <p:cNvSpPr/>
            <p:nvPr/>
          </p:nvSpPr>
          <p:spPr>
            <a:xfrm>
              <a:off x="13338589" y="10743237"/>
              <a:ext cx="396704" cy="892607"/>
            </a:xfrm>
            <a:custGeom>
              <a:rect b="b" l="l" r="r" t="t"/>
              <a:pathLst>
                <a:path extrusionOk="0" h="1791591" w="796242">
                  <a:moveTo>
                    <a:pt x="796242" y="1791591"/>
                  </a:moveTo>
                  <a:lnTo>
                    <a:pt x="796242" y="1791591"/>
                  </a:lnTo>
                  <a:lnTo>
                    <a:pt x="796242" y="796243"/>
                  </a:lnTo>
                  <a:cubicBezTo>
                    <a:pt x="796242" y="356430"/>
                    <a:pt x="439724" y="0"/>
                    <a:pt x="0" y="0"/>
                  </a:cubicBezTo>
                  <a:lnTo>
                    <a:pt x="0" y="0"/>
                  </a:lnTo>
                  <a:lnTo>
                    <a:pt x="0" y="995348"/>
                  </a:lnTo>
                  <a:cubicBezTo>
                    <a:pt x="0" y="1435162"/>
                    <a:pt x="356518" y="1791591"/>
                    <a:pt x="796242"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13" name="Google Shape;113;p5"/>
            <p:cNvSpPr/>
            <p:nvPr/>
          </p:nvSpPr>
          <p:spPr>
            <a:xfrm>
              <a:off x="18794093" y="10743237"/>
              <a:ext cx="396704" cy="892607"/>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grpSp>
      <p:sp>
        <p:nvSpPr>
          <p:cNvPr id="114" name="Google Shape;114;p5"/>
          <p:cNvSpPr/>
          <p:nvPr/>
        </p:nvSpPr>
        <p:spPr>
          <a:xfrm>
            <a:off x="279915" y="13108872"/>
            <a:ext cx="1449453" cy="409020"/>
          </a:xfrm>
          <a:prstGeom prst="round2DiagRect">
            <a:avLst>
              <a:gd fmla="val 16667" name="adj1"/>
              <a:gd fmla="val 0" name="adj2"/>
            </a:avLst>
          </a:prstGeom>
          <a:solidFill>
            <a:srgbClr val="DAEEDE"/>
          </a:solidFill>
          <a:ln>
            <a:noFill/>
          </a:ln>
        </p:spPr>
        <p:txBody>
          <a:bodyPr anchorCtr="0" anchor="t" bIns="45700" lIns="91425" spcFirstLastPara="1" rIns="91425" wrap="square" tIns="45700">
            <a:noAutofit/>
          </a:bodyPr>
          <a:lstStyle/>
          <a:p>
            <a:pPr indent="0" lvl="0" marL="0" marR="0" rtl="1" algn="ctr">
              <a:spcBef>
                <a:spcPts val="0"/>
              </a:spcBef>
              <a:spcAft>
                <a:spcPts val="0"/>
              </a:spcAft>
              <a:buNone/>
            </a:pPr>
            <a:r>
              <a:rPr lang="en-US" sz="2000">
                <a:solidFill>
                  <a:schemeClr val="accent1"/>
                </a:solidFill>
                <a:latin typeface="Arial"/>
                <a:ea typeface="Arial"/>
                <a:cs typeface="Arial"/>
                <a:sym typeface="Arial"/>
              </a:rPr>
              <a:t>Internal</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Light">
  <p:cSld name="Content Slide Light">
    <p:spTree>
      <p:nvGrpSpPr>
        <p:cNvPr id="115" name="Shape 115"/>
        <p:cNvGrpSpPr/>
        <p:nvPr/>
      </p:nvGrpSpPr>
      <p:grpSpPr>
        <a:xfrm>
          <a:off x="0" y="0"/>
          <a:ext cx="0" cy="0"/>
          <a:chOff x="0" y="0"/>
          <a:chExt cx="0" cy="0"/>
        </a:xfrm>
      </p:grpSpPr>
      <p:sp>
        <p:nvSpPr>
          <p:cNvPr id="116" name="Google Shape;116;p6"/>
          <p:cNvSpPr/>
          <p:nvPr/>
        </p:nvSpPr>
        <p:spPr>
          <a:xfrm>
            <a:off x="23282987" y="13130582"/>
            <a:ext cx="974637" cy="461665"/>
          </a:xfrm>
          <a:prstGeom prst="rect">
            <a:avLst/>
          </a:prstGeom>
          <a:no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chemeClr val="accent1"/>
              </a:buClr>
              <a:buSzPts val="2400"/>
              <a:buFont typeface="Arial"/>
              <a:buNone/>
            </a:pPr>
            <a:fld id="{00000000-1234-1234-1234-123412341234}" type="slidenum">
              <a:rPr lang="en-US" sz="2400">
                <a:solidFill>
                  <a:schemeClr val="accent1"/>
                </a:solidFill>
                <a:latin typeface="Arial"/>
                <a:ea typeface="Arial"/>
                <a:cs typeface="Arial"/>
                <a:sym typeface="Arial"/>
              </a:rPr>
              <a:t>‹#›</a:t>
            </a:fld>
            <a:endParaRPr sz="3600">
              <a:solidFill>
                <a:schemeClr val="accent1"/>
              </a:solidFill>
              <a:latin typeface="Arial"/>
              <a:ea typeface="Arial"/>
              <a:cs typeface="Arial"/>
              <a:sym typeface="Arial"/>
            </a:endParaRPr>
          </a:p>
        </p:txBody>
      </p:sp>
      <p:sp>
        <p:nvSpPr>
          <p:cNvPr id="117" name="Google Shape;117;p6"/>
          <p:cNvSpPr txBox="1"/>
          <p:nvPr>
            <p:ph idx="1" type="body"/>
          </p:nvPr>
        </p:nvSpPr>
        <p:spPr>
          <a:xfrm>
            <a:off x="1186666" y="1275899"/>
            <a:ext cx="8644538" cy="40902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2000"/>
              </a:spcBef>
              <a:spcAft>
                <a:spcPts val="0"/>
              </a:spcAft>
              <a:buClr>
                <a:schemeClr val="accent2"/>
              </a:buClr>
              <a:buSzPts val="2800"/>
              <a:buFont typeface="Arial"/>
              <a:buNone/>
              <a:defRPr b="0" i="0" sz="2800" u="none" cap="none" strike="noStrike">
                <a:solidFill>
                  <a:schemeClr val="accent2"/>
                </a:solidFill>
                <a:latin typeface="Arial"/>
                <a:ea typeface="Arial"/>
                <a:cs typeface="Arial"/>
                <a:sym typeface="Arial"/>
              </a:defRPr>
            </a:lvl1pPr>
            <a:lvl2pPr indent="-533400" lvl="1" marL="914400" marR="0" rtl="0" algn="l">
              <a:lnSpc>
                <a:spcPct val="90000"/>
              </a:lnSpc>
              <a:spcBef>
                <a:spcPts val="1000"/>
              </a:spcBef>
              <a:spcAft>
                <a:spcPts val="0"/>
              </a:spcAft>
              <a:buClr>
                <a:srgbClr val="0C4E8B"/>
              </a:buClr>
              <a:buSzPts val="4800"/>
              <a:buFont typeface="Arial"/>
              <a:buChar char="•"/>
              <a:defRPr b="0" i="0" sz="4800" u="none" cap="none" strike="noStrike">
                <a:solidFill>
                  <a:srgbClr val="0C4E8B"/>
                </a:solidFill>
                <a:latin typeface="Arial"/>
                <a:ea typeface="Arial"/>
                <a:cs typeface="Arial"/>
                <a:sym typeface="Arial"/>
              </a:defRPr>
            </a:lvl2pPr>
            <a:lvl3pPr indent="-482600" lvl="2" marL="1371600" marR="0" rtl="0" algn="l">
              <a:lnSpc>
                <a:spcPct val="90000"/>
              </a:lnSpc>
              <a:spcBef>
                <a:spcPts val="1000"/>
              </a:spcBef>
              <a:spcAft>
                <a:spcPts val="0"/>
              </a:spcAft>
              <a:buClr>
                <a:srgbClr val="0C4E8B"/>
              </a:buClr>
              <a:buSzPts val="4000"/>
              <a:buFont typeface="Arial"/>
              <a:buChar char="•"/>
              <a:defRPr b="0" i="0" sz="4000" u="none" cap="none" strike="noStrike">
                <a:solidFill>
                  <a:srgbClr val="0C4E8B"/>
                </a:solidFill>
                <a:latin typeface="Arial"/>
                <a:ea typeface="Arial"/>
                <a:cs typeface="Arial"/>
                <a:sym typeface="Arial"/>
              </a:defRPr>
            </a:lvl3pPr>
            <a:lvl4pPr indent="-457200" lvl="3" marL="1828800" marR="0" rtl="0" algn="l">
              <a:lnSpc>
                <a:spcPct val="90000"/>
              </a:lnSpc>
              <a:spcBef>
                <a:spcPts val="1000"/>
              </a:spcBef>
              <a:spcAft>
                <a:spcPts val="0"/>
              </a:spcAft>
              <a:buClr>
                <a:srgbClr val="0C4E8B"/>
              </a:buClr>
              <a:buSzPts val="3600"/>
              <a:buFont typeface="Arial"/>
              <a:buChar char="•"/>
              <a:defRPr b="0" i="0" sz="3600" u="none" cap="none" strike="noStrike">
                <a:solidFill>
                  <a:srgbClr val="0C4E8B"/>
                </a:solidFill>
                <a:latin typeface="Arial"/>
                <a:ea typeface="Arial"/>
                <a:cs typeface="Arial"/>
                <a:sym typeface="Arial"/>
              </a:defRPr>
            </a:lvl4pPr>
            <a:lvl5pPr indent="-457200" lvl="4" marL="2286000" marR="0" rtl="0" algn="l">
              <a:lnSpc>
                <a:spcPct val="90000"/>
              </a:lnSpc>
              <a:spcBef>
                <a:spcPts val="1000"/>
              </a:spcBef>
              <a:spcAft>
                <a:spcPts val="0"/>
              </a:spcAft>
              <a:buClr>
                <a:srgbClr val="0C4E8B"/>
              </a:buClr>
              <a:buSzPts val="3600"/>
              <a:buFont typeface="Arial"/>
              <a:buChar char="•"/>
              <a:defRPr b="0" i="0" sz="3600" u="none" cap="none" strike="noStrike">
                <a:solidFill>
                  <a:srgbClr val="0C4E8B"/>
                </a:solidFill>
                <a:latin typeface="Arial"/>
                <a:ea typeface="Arial"/>
                <a:cs typeface="Arial"/>
                <a:sym typeface="Arial"/>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9pPr>
          </a:lstStyle>
          <a:p/>
        </p:txBody>
      </p:sp>
      <p:sp>
        <p:nvSpPr>
          <p:cNvPr id="118" name="Google Shape;118;p6"/>
          <p:cNvSpPr txBox="1"/>
          <p:nvPr>
            <p:ph idx="2" type="body"/>
          </p:nvPr>
        </p:nvSpPr>
        <p:spPr>
          <a:xfrm>
            <a:off x="1186666" y="465157"/>
            <a:ext cx="20155958" cy="798539"/>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2000"/>
              </a:spcBef>
              <a:spcAft>
                <a:spcPts val="0"/>
              </a:spcAft>
              <a:buClr>
                <a:srgbClr val="0C4E8B"/>
              </a:buClr>
              <a:buSzPts val="5600"/>
              <a:buFont typeface="Arial"/>
              <a:buNone/>
              <a:defRPr b="0" i="0" sz="5600" u="none" cap="none" strike="noStrike">
                <a:solidFill>
                  <a:srgbClr val="0C4E8B"/>
                </a:solidFill>
                <a:latin typeface="Arial"/>
                <a:ea typeface="Arial"/>
                <a:cs typeface="Arial"/>
                <a:sym typeface="Arial"/>
              </a:defRPr>
            </a:lvl1pPr>
            <a:lvl2pPr indent="-533400" lvl="1" marL="914400" marR="0" rtl="0" algn="l">
              <a:lnSpc>
                <a:spcPct val="90000"/>
              </a:lnSpc>
              <a:spcBef>
                <a:spcPts val="1000"/>
              </a:spcBef>
              <a:spcAft>
                <a:spcPts val="0"/>
              </a:spcAft>
              <a:buClr>
                <a:srgbClr val="0C4E8B"/>
              </a:buClr>
              <a:buSzPts val="4800"/>
              <a:buFont typeface="Arial"/>
              <a:buChar char="•"/>
              <a:defRPr b="0" i="0" sz="4800" u="none" cap="none" strike="noStrike">
                <a:solidFill>
                  <a:srgbClr val="0C4E8B"/>
                </a:solidFill>
                <a:latin typeface="Arial"/>
                <a:ea typeface="Arial"/>
                <a:cs typeface="Arial"/>
                <a:sym typeface="Arial"/>
              </a:defRPr>
            </a:lvl2pPr>
            <a:lvl3pPr indent="-482600" lvl="2" marL="1371600" marR="0" rtl="0" algn="l">
              <a:lnSpc>
                <a:spcPct val="90000"/>
              </a:lnSpc>
              <a:spcBef>
                <a:spcPts val="1000"/>
              </a:spcBef>
              <a:spcAft>
                <a:spcPts val="0"/>
              </a:spcAft>
              <a:buClr>
                <a:srgbClr val="0C4E8B"/>
              </a:buClr>
              <a:buSzPts val="4000"/>
              <a:buFont typeface="Arial"/>
              <a:buChar char="•"/>
              <a:defRPr b="0" i="0" sz="4000" u="none" cap="none" strike="noStrike">
                <a:solidFill>
                  <a:srgbClr val="0C4E8B"/>
                </a:solidFill>
                <a:latin typeface="Arial"/>
                <a:ea typeface="Arial"/>
                <a:cs typeface="Arial"/>
                <a:sym typeface="Arial"/>
              </a:defRPr>
            </a:lvl3pPr>
            <a:lvl4pPr indent="-457200" lvl="3" marL="1828800" marR="0" rtl="0" algn="l">
              <a:lnSpc>
                <a:spcPct val="90000"/>
              </a:lnSpc>
              <a:spcBef>
                <a:spcPts val="1000"/>
              </a:spcBef>
              <a:spcAft>
                <a:spcPts val="0"/>
              </a:spcAft>
              <a:buClr>
                <a:srgbClr val="0C4E8B"/>
              </a:buClr>
              <a:buSzPts val="3600"/>
              <a:buFont typeface="Arial"/>
              <a:buChar char="•"/>
              <a:defRPr b="0" i="0" sz="3600" u="none" cap="none" strike="noStrike">
                <a:solidFill>
                  <a:srgbClr val="0C4E8B"/>
                </a:solidFill>
                <a:latin typeface="Arial"/>
                <a:ea typeface="Arial"/>
                <a:cs typeface="Arial"/>
                <a:sym typeface="Arial"/>
              </a:defRPr>
            </a:lvl4pPr>
            <a:lvl5pPr indent="-457200" lvl="4" marL="2286000" marR="0" rtl="0" algn="l">
              <a:lnSpc>
                <a:spcPct val="90000"/>
              </a:lnSpc>
              <a:spcBef>
                <a:spcPts val="1000"/>
              </a:spcBef>
              <a:spcAft>
                <a:spcPts val="0"/>
              </a:spcAft>
              <a:buClr>
                <a:srgbClr val="0C4E8B"/>
              </a:buClr>
              <a:buSzPts val="3600"/>
              <a:buFont typeface="Arial"/>
              <a:buChar char="•"/>
              <a:defRPr b="0" i="0" sz="3600" u="none" cap="none" strike="noStrike">
                <a:solidFill>
                  <a:srgbClr val="0C4E8B"/>
                </a:solidFill>
                <a:latin typeface="Arial"/>
                <a:ea typeface="Arial"/>
                <a:cs typeface="Arial"/>
                <a:sym typeface="Arial"/>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9pPr>
          </a:lstStyle>
          <a:p/>
        </p:txBody>
      </p:sp>
      <p:sp>
        <p:nvSpPr>
          <p:cNvPr descr="preencoded.png" id="119" name="Google Shape;119;p6"/>
          <p:cNvSpPr/>
          <p:nvPr/>
        </p:nvSpPr>
        <p:spPr>
          <a:xfrm>
            <a:off x="23295453" y="427306"/>
            <a:ext cx="680662" cy="836390"/>
          </a:xfrm>
          <a:prstGeom prst="rect">
            <a:avLst/>
          </a:prstGeom>
          <a:noFill/>
          <a:ln>
            <a:noFill/>
          </a:ln>
        </p:spPr>
      </p:sp>
      <p:grpSp>
        <p:nvGrpSpPr>
          <p:cNvPr id="120" name="Google Shape;120;p6"/>
          <p:cNvGrpSpPr/>
          <p:nvPr/>
        </p:nvGrpSpPr>
        <p:grpSpPr>
          <a:xfrm>
            <a:off x="19050" y="38100"/>
            <a:ext cx="371332" cy="13624560"/>
            <a:chOff x="11296071" y="-931502"/>
            <a:chExt cx="384435" cy="14105317"/>
          </a:xfrm>
        </p:grpSpPr>
        <p:grpSp>
          <p:nvGrpSpPr>
            <p:cNvPr id="121" name="Google Shape;121;p6"/>
            <p:cNvGrpSpPr/>
            <p:nvPr/>
          </p:nvGrpSpPr>
          <p:grpSpPr>
            <a:xfrm rot="-5400000">
              <a:off x="9160030" y="10653339"/>
              <a:ext cx="4656517" cy="384435"/>
              <a:chOff x="1341430" y="1427584"/>
              <a:chExt cx="21700870" cy="1791591"/>
            </a:xfrm>
          </p:grpSpPr>
          <p:sp>
            <p:nvSpPr>
              <p:cNvPr id="122" name="Google Shape;122;p6"/>
              <p:cNvSpPr/>
              <p:nvPr/>
            </p:nvSpPr>
            <p:spPr>
              <a:xfrm>
                <a:off x="7314677" y="1427584"/>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2" y="1791591"/>
                      <a:pt x="1791591"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23" name="Google Shape;123;p6"/>
              <p:cNvSpPr/>
              <p:nvPr/>
            </p:nvSpPr>
            <p:spPr>
              <a:xfrm>
                <a:off x="5323980" y="1427584"/>
                <a:ext cx="796242" cy="1791591"/>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24" name="Google Shape;124;p6"/>
              <p:cNvSpPr/>
              <p:nvPr/>
            </p:nvSpPr>
            <p:spPr>
              <a:xfrm>
                <a:off x="19260014" y="1427584"/>
                <a:ext cx="1791591" cy="1791591"/>
              </a:xfrm>
              <a:custGeom>
                <a:rect b="b" l="l" r="r" t="t"/>
                <a:pathLst>
                  <a:path extrusionOk="0" h="1791591" w="1791591">
                    <a:moveTo>
                      <a:pt x="1791591" y="1791591"/>
                    </a:moveTo>
                    <a:lnTo>
                      <a:pt x="1791591" y="1791591"/>
                    </a:lnTo>
                    <a:cubicBezTo>
                      <a:pt x="1791591" y="802123"/>
                      <a:pt x="989468" y="0"/>
                      <a:pt x="0" y="0"/>
                    </a:cubicBezTo>
                    <a:lnTo>
                      <a:pt x="0" y="0"/>
                    </a:lnTo>
                    <a:cubicBezTo>
                      <a:pt x="0" y="989469"/>
                      <a:pt x="802122" y="1791591"/>
                      <a:pt x="1791591"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25" name="Google Shape;125;p6"/>
              <p:cNvSpPr/>
              <p:nvPr/>
            </p:nvSpPr>
            <p:spPr>
              <a:xfrm>
                <a:off x="21250711" y="1427584"/>
                <a:ext cx="1791589" cy="1791591"/>
              </a:xfrm>
              <a:custGeom>
                <a:rect b="b" l="l" r="r" t="t"/>
                <a:pathLst>
                  <a:path extrusionOk="0" h="1791591" w="1791589">
                    <a:moveTo>
                      <a:pt x="0" y="1791591"/>
                    </a:moveTo>
                    <a:lnTo>
                      <a:pt x="0" y="1791591"/>
                    </a:lnTo>
                    <a:cubicBezTo>
                      <a:pt x="0" y="1791591"/>
                      <a:pt x="0" y="1791591"/>
                      <a:pt x="0" y="1791591"/>
                    </a:cubicBezTo>
                    <a:cubicBezTo>
                      <a:pt x="989467" y="1791591"/>
                      <a:pt x="1791590" y="989469"/>
                      <a:pt x="1791590" y="0"/>
                    </a:cubicBezTo>
                    <a:lnTo>
                      <a:pt x="1791590" y="0"/>
                    </a:lnTo>
                    <a:cubicBezTo>
                      <a:pt x="1791590" y="0"/>
                      <a:pt x="1791590" y="0"/>
                      <a:pt x="1791590" y="0"/>
                    </a:cubicBezTo>
                    <a:cubicBezTo>
                      <a:pt x="802121" y="0"/>
                      <a:pt x="0" y="802123"/>
                      <a:pt x="0"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26" name="Google Shape;126;p6"/>
              <p:cNvSpPr/>
              <p:nvPr/>
            </p:nvSpPr>
            <p:spPr>
              <a:xfrm>
                <a:off x="13287925" y="1427584"/>
                <a:ext cx="3782287" cy="1791591"/>
              </a:xfrm>
              <a:custGeom>
                <a:rect b="b" l="l" r="r" t="t"/>
                <a:pathLst>
                  <a:path extrusionOk="0" h="1791591" w="3782287">
                    <a:moveTo>
                      <a:pt x="0" y="1594090"/>
                    </a:moveTo>
                    <a:lnTo>
                      <a:pt x="0" y="1791591"/>
                    </a:lnTo>
                    <a:lnTo>
                      <a:pt x="2188198" y="1791591"/>
                    </a:lnTo>
                    <a:cubicBezTo>
                      <a:pt x="3068626" y="1791591"/>
                      <a:pt x="3782287" y="1077930"/>
                      <a:pt x="3782287" y="197502"/>
                    </a:cubicBezTo>
                    <a:lnTo>
                      <a:pt x="3782287" y="0"/>
                    </a:lnTo>
                    <a:lnTo>
                      <a:pt x="1594089" y="0"/>
                    </a:lnTo>
                    <a:cubicBezTo>
                      <a:pt x="713661" y="0"/>
                      <a:pt x="0" y="713661"/>
                      <a:pt x="0" y="1594090"/>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27" name="Google Shape;127;p6"/>
              <p:cNvSpPr/>
              <p:nvPr/>
            </p:nvSpPr>
            <p:spPr>
              <a:xfrm>
                <a:off x="11297228" y="1427584"/>
                <a:ext cx="1791591" cy="1791591"/>
              </a:xfrm>
              <a:custGeom>
                <a:rect b="b" l="l" r="r" t="t"/>
                <a:pathLst>
                  <a:path extrusionOk="0" h="1791591" w="1791591">
                    <a:moveTo>
                      <a:pt x="0" y="1791591"/>
                    </a:moveTo>
                    <a:lnTo>
                      <a:pt x="0" y="1791591"/>
                    </a:lnTo>
                    <a:cubicBezTo>
                      <a:pt x="0" y="1791591"/>
                      <a:pt x="0" y="1791591"/>
                      <a:pt x="0" y="1791591"/>
                    </a:cubicBezTo>
                    <a:cubicBezTo>
                      <a:pt x="989468" y="1791591"/>
                      <a:pt x="1791591" y="989469"/>
                      <a:pt x="1791591" y="0"/>
                    </a:cubicBezTo>
                    <a:lnTo>
                      <a:pt x="1791591" y="0"/>
                    </a:lnTo>
                    <a:cubicBezTo>
                      <a:pt x="1791591" y="0"/>
                      <a:pt x="1791591" y="0"/>
                      <a:pt x="1791591" y="0"/>
                    </a:cubicBezTo>
                    <a:cubicBezTo>
                      <a:pt x="802122" y="0"/>
                      <a:pt x="0" y="802123"/>
                      <a:pt x="0"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28" name="Google Shape;128;p6"/>
              <p:cNvSpPr/>
              <p:nvPr/>
            </p:nvSpPr>
            <p:spPr>
              <a:xfrm>
                <a:off x="18264666" y="1427584"/>
                <a:ext cx="796242" cy="1791591"/>
              </a:xfrm>
              <a:custGeom>
                <a:rect b="b" l="l" r="r" t="t"/>
                <a:pathLst>
                  <a:path extrusionOk="0" h="1791591" w="796242">
                    <a:moveTo>
                      <a:pt x="796243" y="1791591"/>
                    </a:moveTo>
                    <a:lnTo>
                      <a:pt x="796243" y="1791591"/>
                    </a:lnTo>
                    <a:lnTo>
                      <a:pt x="796243" y="796243"/>
                    </a:lnTo>
                    <a:cubicBezTo>
                      <a:pt x="796243" y="356430"/>
                      <a:pt x="439724" y="0"/>
                      <a:pt x="0" y="0"/>
                    </a:cubicBezTo>
                    <a:lnTo>
                      <a:pt x="0" y="0"/>
                    </a:lnTo>
                    <a:lnTo>
                      <a:pt x="0" y="995348"/>
                    </a:lnTo>
                    <a:cubicBezTo>
                      <a:pt x="0" y="1435162"/>
                      <a:pt x="356518" y="1791591"/>
                      <a:pt x="796243"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29" name="Google Shape;129;p6"/>
              <p:cNvSpPr/>
              <p:nvPr/>
            </p:nvSpPr>
            <p:spPr>
              <a:xfrm>
                <a:off x="1341430" y="1427584"/>
                <a:ext cx="3782287" cy="1791591"/>
              </a:xfrm>
              <a:custGeom>
                <a:rect b="b" l="l" r="r" t="t"/>
                <a:pathLst>
                  <a:path extrusionOk="0" h="1791591" w="3782287">
                    <a:moveTo>
                      <a:pt x="0" y="1594090"/>
                    </a:moveTo>
                    <a:lnTo>
                      <a:pt x="0" y="1791591"/>
                    </a:lnTo>
                    <a:lnTo>
                      <a:pt x="2188198" y="1791591"/>
                    </a:lnTo>
                    <a:cubicBezTo>
                      <a:pt x="3068627" y="1791591"/>
                      <a:pt x="3782288" y="1077930"/>
                      <a:pt x="3782288" y="197502"/>
                    </a:cubicBezTo>
                    <a:lnTo>
                      <a:pt x="3782288" y="0"/>
                    </a:lnTo>
                    <a:lnTo>
                      <a:pt x="1594089" y="0"/>
                    </a:lnTo>
                    <a:cubicBezTo>
                      <a:pt x="713661" y="0"/>
                      <a:pt x="0" y="713661"/>
                      <a:pt x="0" y="1594090"/>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30" name="Google Shape;130;p6"/>
              <p:cNvSpPr/>
              <p:nvPr/>
            </p:nvSpPr>
            <p:spPr>
              <a:xfrm>
                <a:off x="9305373" y="1427584"/>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3" y="0"/>
                      <a:pt x="0" y="802123"/>
                      <a:pt x="0"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31" name="Google Shape;131;p6"/>
              <p:cNvSpPr/>
              <p:nvPr/>
            </p:nvSpPr>
            <p:spPr>
              <a:xfrm>
                <a:off x="6319329" y="1427584"/>
                <a:ext cx="796242" cy="1791591"/>
              </a:xfrm>
              <a:custGeom>
                <a:rect b="b" l="l" r="r" t="t"/>
                <a:pathLst>
                  <a:path extrusionOk="0" h="1791591" w="796242">
                    <a:moveTo>
                      <a:pt x="796242" y="1791591"/>
                    </a:moveTo>
                    <a:lnTo>
                      <a:pt x="796242" y="1791591"/>
                    </a:lnTo>
                    <a:lnTo>
                      <a:pt x="796242" y="796243"/>
                    </a:lnTo>
                    <a:cubicBezTo>
                      <a:pt x="796242" y="356430"/>
                      <a:pt x="439724" y="0"/>
                      <a:pt x="0" y="0"/>
                    </a:cubicBezTo>
                    <a:lnTo>
                      <a:pt x="0" y="0"/>
                    </a:lnTo>
                    <a:lnTo>
                      <a:pt x="0" y="995348"/>
                    </a:lnTo>
                    <a:cubicBezTo>
                      <a:pt x="0" y="1435162"/>
                      <a:pt x="356518" y="1791591"/>
                      <a:pt x="796242"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32" name="Google Shape;132;p6"/>
              <p:cNvSpPr/>
              <p:nvPr/>
            </p:nvSpPr>
            <p:spPr>
              <a:xfrm>
                <a:off x="17269317" y="1427584"/>
                <a:ext cx="796242" cy="1791591"/>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grpSp>
        <p:grpSp>
          <p:nvGrpSpPr>
            <p:cNvPr id="133" name="Google Shape;133;p6"/>
            <p:cNvGrpSpPr/>
            <p:nvPr/>
          </p:nvGrpSpPr>
          <p:grpSpPr>
            <a:xfrm rot="-5400000">
              <a:off x="9160030" y="5890839"/>
              <a:ext cx="4656517" cy="384435"/>
              <a:chOff x="1341430" y="1427584"/>
              <a:chExt cx="21700870" cy="1791591"/>
            </a:xfrm>
          </p:grpSpPr>
          <p:sp>
            <p:nvSpPr>
              <p:cNvPr id="134" name="Google Shape;134;p6"/>
              <p:cNvSpPr/>
              <p:nvPr/>
            </p:nvSpPr>
            <p:spPr>
              <a:xfrm>
                <a:off x="7314677" y="1427584"/>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2" y="1791591"/>
                      <a:pt x="1791591"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35" name="Google Shape;135;p6"/>
              <p:cNvSpPr/>
              <p:nvPr/>
            </p:nvSpPr>
            <p:spPr>
              <a:xfrm>
                <a:off x="5323980" y="1427584"/>
                <a:ext cx="796242" cy="1791591"/>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36" name="Google Shape;136;p6"/>
              <p:cNvSpPr/>
              <p:nvPr/>
            </p:nvSpPr>
            <p:spPr>
              <a:xfrm>
                <a:off x="19260014" y="1427584"/>
                <a:ext cx="1791591" cy="1791591"/>
              </a:xfrm>
              <a:custGeom>
                <a:rect b="b" l="l" r="r" t="t"/>
                <a:pathLst>
                  <a:path extrusionOk="0" h="1791591" w="1791591">
                    <a:moveTo>
                      <a:pt x="1791591" y="1791591"/>
                    </a:moveTo>
                    <a:lnTo>
                      <a:pt x="1791591" y="1791591"/>
                    </a:lnTo>
                    <a:cubicBezTo>
                      <a:pt x="1791591" y="802123"/>
                      <a:pt x="989468" y="0"/>
                      <a:pt x="0" y="0"/>
                    </a:cubicBezTo>
                    <a:lnTo>
                      <a:pt x="0" y="0"/>
                    </a:lnTo>
                    <a:cubicBezTo>
                      <a:pt x="0" y="989469"/>
                      <a:pt x="802122" y="1791591"/>
                      <a:pt x="1791591"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37" name="Google Shape;137;p6"/>
              <p:cNvSpPr/>
              <p:nvPr/>
            </p:nvSpPr>
            <p:spPr>
              <a:xfrm>
                <a:off x="21250711" y="1427584"/>
                <a:ext cx="1791589" cy="1791591"/>
              </a:xfrm>
              <a:custGeom>
                <a:rect b="b" l="l" r="r" t="t"/>
                <a:pathLst>
                  <a:path extrusionOk="0" h="1791591" w="1791589">
                    <a:moveTo>
                      <a:pt x="0" y="1791591"/>
                    </a:moveTo>
                    <a:lnTo>
                      <a:pt x="0" y="1791591"/>
                    </a:lnTo>
                    <a:cubicBezTo>
                      <a:pt x="0" y="1791591"/>
                      <a:pt x="0" y="1791591"/>
                      <a:pt x="0" y="1791591"/>
                    </a:cubicBezTo>
                    <a:cubicBezTo>
                      <a:pt x="989467" y="1791591"/>
                      <a:pt x="1791590" y="989469"/>
                      <a:pt x="1791590" y="0"/>
                    </a:cubicBezTo>
                    <a:lnTo>
                      <a:pt x="1791590" y="0"/>
                    </a:lnTo>
                    <a:cubicBezTo>
                      <a:pt x="1791590" y="0"/>
                      <a:pt x="1791590" y="0"/>
                      <a:pt x="1791590" y="0"/>
                    </a:cubicBezTo>
                    <a:cubicBezTo>
                      <a:pt x="802121" y="0"/>
                      <a:pt x="0" y="802123"/>
                      <a:pt x="0"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38" name="Google Shape;138;p6"/>
              <p:cNvSpPr/>
              <p:nvPr/>
            </p:nvSpPr>
            <p:spPr>
              <a:xfrm>
                <a:off x="13287925" y="1427584"/>
                <a:ext cx="3782287" cy="1791591"/>
              </a:xfrm>
              <a:custGeom>
                <a:rect b="b" l="l" r="r" t="t"/>
                <a:pathLst>
                  <a:path extrusionOk="0" h="1791591" w="3782287">
                    <a:moveTo>
                      <a:pt x="0" y="1594090"/>
                    </a:moveTo>
                    <a:lnTo>
                      <a:pt x="0" y="1791591"/>
                    </a:lnTo>
                    <a:lnTo>
                      <a:pt x="2188198" y="1791591"/>
                    </a:lnTo>
                    <a:cubicBezTo>
                      <a:pt x="3068626" y="1791591"/>
                      <a:pt x="3782287" y="1077930"/>
                      <a:pt x="3782287" y="197502"/>
                    </a:cubicBezTo>
                    <a:lnTo>
                      <a:pt x="3782287" y="0"/>
                    </a:lnTo>
                    <a:lnTo>
                      <a:pt x="1594089" y="0"/>
                    </a:lnTo>
                    <a:cubicBezTo>
                      <a:pt x="713661" y="0"/>
                      <a:pt x="0" y="713661"/>
                      <a:pt x="0" y="1594090"/>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39" name="Google Shape;139;p6"/>
              <p:cNvSpPr/>
              <p:nvPr/>
            </p:nvSpPr>
            <p:spPr>
              <a:xfrm>
                <a:off x="11297228" y="1427584"/>
                <a:ext cx="1791591" cy="1791591"/>
              </a:xfrm>
              <a:custGeom>
                <a:rect b="b" l="l" r="r" t="t"/>
                <a:pathLst>
                  <a:path extrusionOk="0" h="1791591" w="1791591">
                    <a:moveTo>
                      <a:pt x="0" y="1791591"/>
                    </a:moveTo>
                    <a:lnTo>
                      <a:pt x="0" y="1791591"/>
                    </a:lnTo>
                    <a:cubicBezTo>
                      <a:pt x="0" y="1791591"/>
                      <a:pt x="0" y="1791591"/>
                      <a:pt x="0" y="1791591"/>
                    </a:cubicBezTo>
                    <a:cubicBezTo>
                      <a:pt x="989468" y="1791591"/>
                      <a:pt x="1791591" y="989469"/>
                      <a:pt x="1791591" y="0"/>
                    </a:cubicBezTo>
                    <a:lnTo>
                      <a:pt x="1791591" y="0"/>
                    </a:lnTo>
                    <a:cubicBezTo>
                      <a:pt x="1791591" y="0"/>
                      <a:pt x="1791591" y="0"/>
                      <a:pt x="1791591" y="0"/>
                    </a:cubicBezTo>
                    <a:cubicBezTo>
                      <a:pt x="802122" y="0"/>
                      <a:pt x="0" y="802123"/>
                      <a:pt x="0"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40" name="Google Shape;140;p6"/>
              <p:cNvSpPr/>
              <p:nvPr/>
            </p:nvSpPr>
            <p:spPr>
              <a:xfrm>
                <a:off x="18264666" y="1427584"/>
                <a:ext cx="796242" cy="1791591"/>
              </a:xfrm>
              <a:custGeom>
                <a:rect b="b" l="l" r="r" t="t"/>
                <a:pathLst>
                  <a:path extrusionOk="0" h="1791591" w="796242">
                    <a:moveTo>
                      <a:pt x="796243" y="1791591"/>
                    </a:moveTo>
                    <a:lnTo>
                      <a:pt x="796243" y="1791591"/>
                    </a:lnTo>
                    <a:lnTo>
                      <a:pt x="796243" y="796243"/>
                    </a:lnTo>
                    <a:cubicBezTo>
                      <a:pt x="796243" y="356430"/>
                      <a:pt x="439724" y="0"/>
                      <a:pt x="0" y="0"/>
                    </a:cubicBezTo>
                    <a:lnTo>
                      <a:pt x="0" y="0"/>
                    </a:lnTo>
                    <a:lnTo>
                      <a:pt x="0" y="995348"/>
                    </a:lnTo>
                    <a:cubicBezTo>
                      <a:pt x="0" y="1435162"/>
                      <a:pt x="356518" y="1791591"/>
                      <a:pt x="796243"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41" name="Google Shape;141;p6"/>
              <p:cNvSpPr/>
              <p:nvPr/>
            </p:nvSpPr>
            <p:spPr>
              <a:xfrm>
                <a:off x="1341430" y="1427584"/>
                <a:ext cx="3782287" cy="1791591"/>
              </a:xfrm>
              <a:custGeom>
                <a:rect b="b" l="l" r="r" t="t"/>
                <a:pathLst>
                  <a:path extrusionOk="0" h="1791591" w="3782287">
                    <a:moveTo>
                      <a:pt x="0" y="1594090"/>
                    </a:moveTo>
                    <a:lnTo>
                      <a:pt x="0" y="1791591"/>
                    </a:lnTo>
                    <a:lnTo>
                      <a:pt x="2188198" y="1791591"/>
                    </a:lnTo>
                    <a:cubicBezTo>
                      <a:pt x="3068627" y="1791591"/>
                      <a:pt x="3782288" y="1077930"/>
                      <a:pt x="3782288" y="197502"/>
                    </a:cubicBezTo>
                    <a:lnTo>
                      <a:pt x="3782288" y="0"/>
                    </a:lnTo>
                    <a:lnTo>
                      <a:pt x="1594089" y="0"/>
                    </a:lnTo>
                    <a:cubicBezTo>
                      <a:pt x="713661" y="0"/>
                      <a:pt x="0" y="713661"/>
                      <a:pt x="0" y="1594090"/>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42" name="Google Shape;142;p6"/>
              <p:cNvSpPr/>
              <p:nvPr/>
            </p:nvSpPr>
            <p:spPr>
              <a:xfrm>
                <a:off x="9305373" y="1427584"/>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3" y="0"/>
                      <a:pt x="0" y="802123"/>
                      <a:pt x="0"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43" name="Google Shape;143;p6"/>
              <p:cNvSpPr/>
              <p:nvPr/>
            </p:nvSpPr>
            <p:spPr>
              <a:xfrm>
                <a:off x="6319329" y="1427584"/>
                <a:ext cx="796242" cy="1791591"/>
              </a:xfrm>
              <a:custGeom>
                <a:rect b="b" l="l" r="r" t="t"/>
                <a:pathLst>
                  <a:path extrusionOk="0" h="1791591" w="796242">
                    <a:moveTo>
                      <a:pt x="796242" y="1791591"/>
                    </a:moveTo>
                    <a:lnTo>
                      <a:pt x="796242" y="1791591"/>
                    </a:lnTo>
                    <a:lnTo>
                      <a:pt x="796242" y="796243"/>
                    </a:lnTo>
                    <a:cubicBezTo>
                      <a:pt x="796242" y="356430"/>
                      <a:pt x="439724" y="0"/>
                      <a:pt x="0" y="0"/>
                    </a:cubicBezTo>
                    <a:lnTo>
                      <a:pt x="0" y="0"/>
                    </a:lnTo>
                    <a:lnTo>
                      <a:pt x="0" y="995348"/>
                    </a:lnTo>
                    <a:cubicBezTo>
                      <a:pt x="0" y="1435162"/>
                      <a:pt x="356518" y="1791591"/>
                      <a:pt x="796242"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44" name="Google Shape;144;p6"/>
              <p:cNvSpPr/>
              <p:nvPr/>
            </p:nvSpPr>
            <p:spPr>
              <a:xfrm>
                <a:off x="17269317" y="1427584"/>
                <a:ext cx="796242" cy="1791591"/>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grpSp>
        <p:grpSp>
          <p:nvGrpSpPr>
            <p:cNvPr id="145" name="Google Shape;145;p6"/>
            <p:cNvGrpSpPr/>
            <p:nvPr/>
          </p:nvGrpSpPr>
          <p:grpSpPr>
            <a:xfrm rot="-5400000">
              <a:off x="9160030" y="1204539"/>
              <a:ext cx="4656517" cy="384435"/>
              <a:chOff x="1341430" y="1427584"/>
              <a:chExt cx="21700870" cy="1791591"/>
            </a:xfrm>
          </p:grpSpPr>
          <p:sp>
            <p:nvSpPr>
              <p:cNvPr id="146" name="Google Shape;146;p6"/>
              <p:cNvSpPr/>
              <p:nvPr/>
            </p:nvSpPr>
            <p:spPr>
              <a:xfrm>
                <a:off x="7314677" y="1427584"/>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2" y="1791591"/>
                      <a:pt x="1791591"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47" name="Google Shape;147;p6"/>
              <p:cNvSpPr/>
              <p:nvPr/>
            </p:nvSpPr>
            <p:spPr>
              <a:xfrm>
                <a:off x="5323980" y="1427584"/>
                <a:ext cx="796242" cy="1791591"/>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48" name="Google Shape;148;p6"/>
              <p:cNvSpPr/>
              <p:nvPr/>
            </p:nvSpPr>
            <p:spPr>
              <a:xfrm>
                <a:off x="19260014" y="1427584"/>
                <a:ext cx="1791591" cy="1791591"/>
              </a:xfrm>
              <a:custGeom>
                <a:rect b="b" l="l" r="r" t="t"/>
                <a:pathLst>
                  <a:path extrusionOk="0" h="1791591" w="1791591">
                    <a:moveTo>
                      <a:pt x="1791591" y="1791591"/>
                    </a:moveTo>
                    <a:lnTo>
                      <a:pt x="1791591" y="1791591"/>
                    </a:lnTo>
                    <a:cubicBezTo>
                      <a:pt x="1791591" y="802123"/>
                      <a:pt x="989468" y="0"/>
                      <a:pt x="0" y="0"/>
                    </a:cubicBezTo>
                    <a:lnTo>
                      <a:pt x="0" y="0"/>
                    </a:lnTo>
                    <a:cubicBezTo>
                      <a:pt x="0" y="989469"/>
                      <a:pt x="802122" y="1791591"/>
                      <a:pt x="1791591"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49" name="Google Shape;149;p6"/>
              <p:cNvSpPr/>
              <p:nvPr/>
            </p:nvSpPr>
            <p:spPr>
              <a:xfrm>
                <a:off x="21250711" y="1427584"/>
                <a:ext cx="1791589" cy="1791591"/>
              </a:xfrm>
              <a:custGeom>
                <a:rect b="b" l="l" r="r" t="t"/>
                <a:pathLst>
                  <a:path extrusionOk="0" h="1791591" w="1791589">
                    <a:moveTo>
                      <a:pt x="0" y="1791591"/>
                    </a:moveTo>
                    <a:lnTo>
                      <a:pt x="0" y="1791591"/>
                    </a:lnTo>
                    <a:cubicBezTo>
                      <a:pt x="0" y="1791591"/>
                      <a:pt x="0" y="1791591"/>
                      <a:pt x="0" y="1791591"/>
                    </a:cubicBezTo>
                    <a:cubicBezTo>
                      <a:pt x="989467" y="1791591"/>
                      <a:pt x="1791590" y="989469"/>
                      <a:pt x="1791590" y="0"/>
                    </a:cubicBezTo>
                    <a:lnTo>
                      <a:pt x="1791590" y="0"/>
                    </a:lnTo>
                    <a:cubicBezTo>
                      <a:pt x="1791590" y="0"/>
                      <a:pt x="1791590" y="0"/>
                      <a:pt x="1791590" y="0"/>
                    </a:cubicBezTo>
                    <a:cubicBezTo>
                      <a:pt x="802121" y="0"/>
                      <a:pt x="0" y="802123"/>
                      <a:pt x="0"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50" name="Google Shape;150;p6"/>
              <p:cNvSpPr/>
              <p:nvPr/>
            </p:nvSpPr>
            <p:spPr>
              <a:xfrm>
                <a:off x="13287925" y="1427584"/>
                <a:ext cx="3782287" cy="1791591"/>
              </a:xfrm>
              <a:custGeom>
                <a:rect b="b" l="l" r="r" t="t"/>
                <a:pathLst>
                  <a:path extrusionOk="0" h="1791591" w="3782287">
                    <a:moveTo>
                      <a:pt x="0" y="1594090"/>
                    </a:moveTo>
                    <a:lnTo>
                      <a:pt x="0" y="1791591"/>
                    </a:lnTo>
                    <a:lnTo>
                      <a:pt x="2188198" y="1791591"/>
                    </a:lnTo>
                    <a:cubicBezTo>
                      <a:pt x="3068626" y="1791591"/>
                      <a:pt x="3782287" y="1077930"/>
                      <a:pt x="3782287" y="197502"/>
                    </a:cubicBezTo>
                    <a:lnTo>
                      <a:pt x="3782287" y="0"/>
                    </a:lnTo>
                    <a:lnTo>
                      <a:pt x="1594089" y="0"/>
                    </a:lnTo>
                    <a:cubicBezTo>
                      <a:pt x="713661" y="0"/>
                      <a:pt x="0" y="713661"/>
                      <a:pt x="0" y="1594090"/>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51" name="Google Shape;151;p6"/>
              <p:cNvSpPr/>
              <p:nvPr/>
            </p:nvSpPr>
            <p:spPr>
              <a:xfrm>
                <a:off x="11297228" y="1427584"/>
                <a:ext cx="1791591" cy="1791591"/>
              </a:xfrm>
              <a:custGeom>
                <a:rect b="b" l="l" r="r" t="t"/>
                <a:pathLst>
                  <a:path extrusionOk="0" h="1791591" w="1791591">
                    <a:moveTo>
                      <a:pt x="0" y="1791591"/>
                    </a:moveTo>
                    <a:lnTo>
                      <a:pt x="0" y="1791591"/>
                    </a:lnTo>
                    <a:cubicBezTo>
                      <a:pt x="0" y="1791591"/>
                      <a:pt x="0" y="1791591"/>
                      <a:pt x="0" y="1791591"/>
                    </a:cubicBezTo>
                    <a:cubicBezTo>
                      <a:pt x="989468" y="1791591"/>
                      <a:pt x="1791591" y="989469"/>
                      <a:pt x="1791591" y="0"/>
                    </a:cubicBezTo>
                    <a:lnTo>
                      <a:pt x="1791591" y="0"/>
                    </a:lnTo>
                    <a:cubicBezTo>
                      <a:pt x="1791591" y="0"/>
                      <a:pt x="1791591" y="0"/>
                      <a:pt x="1791591" y="0"/>
                    </a:cubicBezTo>
                    <a:cubicBezTo>
                      <a:pt x="802122" y="0"/>
                      <a:pt x="0" y="802123"/>
                      <a:pt x="0"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52" name="Google Shape;152;p6"/>
              <p:cNvSpPr/>
              <p:nvPr/>
            </p:nvSpPr>
            <p:spPr>
              <a:xfrm>
                <a:off x="18264666" y="1427584"/>
                <a:ext cx="796242" cy="1791591"/>
              </a:xfrm>
              <a:custGeom>
                <a:rect b="b" l="l" r="r" t="t"/>
                <a:pathLst>
                  <a:path extrusionOk="0" h="1791591" w="796242">
                    <a:moveTo>
                      <a:pt x="796243" y="1791591"/>
                    </a:moveTo>
                    <a:lnTo>
                      <a:pt x="796243" y="1791591"/>
                    </a:lnTo>
                    <a:lnTo>
                      <a:pt x="796243" y="796243"/>
                    </a:lnTo>
                    <a:cubicBezTo>
                      <a:pt x="796243" y="356430"/>
                      <a:pt x="439724" y="0"/>
                      <a:pt x="0" y="0"/>
                    </a:cubicBezTo>
                    <a:lnTo>
                      <a:pt x="0" y="0"/>
                    </a:lnTo>
                    <a:lnTo>
                      <a:pt x="0" y="995348"/>
                    </a:lnTo>
                    <a:cubicBezTo>
                      <a:pt x="0" y="1435162"/>
                      <a:pt x="356518" y="1791591"/>
                      <a:pt x="796243"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53" name="Google Shape;153;p6"/>
              <p:cNvSpPr/>
              <p:nvPr/>
            </p:nvSpPr>
            <p:spPr>
              <a:xfrm>
                <a:off x="1341430" y="1427584"/>
                <a:ext cx="3782287" cy="1791591"/>
              </a:xfrm>
              <a:custGeom>
                <a:rect b="b" l="l" r="r" t="t"/>
                <a:pathLst>
                  <a:path extrusionOk="0" h="1791591" w="3782287">
                    <a:moveTo>
                      <a:pt x="0" y="1594090"/>
                    </a:moveTo>
                    <a:lnTo>
                      <a:pt x="0" y="1791591"/>
                    </a:lnTo>
                    <a:lnTo>
                      <a:pt x="2188198" y="1791591"/>
                    </a:lnTo>
                    <a:cubicBezTo>
                      <a:pt x="3068627" y="1791591"/>
                      <a:pt x="3782288" y="1077930"/>
                      <a:pt x="3782288" y="197502"/>
                    </a:cubicBezTo>
                    <a:lnTo>
                      <a:pt x="3782288" y="0"/>
                    </a:lnTo>
                    <a:lnTo>
                      <a:pt x="1594089" y="0"/>
                    </a:lnTo>
                    <a:cubicBezTo>
                      <a:pt x="713661" y="0"/>
                      <a:pt x="0" y="713661"/>
                      <a:pt x="0" y="1594090"/>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54" name="Google Shape;154;p6"/>
              <p:cNvSpPr/>
              <p:nvPr/>
            </p:nvSpPr>
            <p:spPr>
              <a:xfrm>
                <a:off x="9305373" y="1427584"/>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3" y="0"/>
                      <a:pt x="0" y="802123"/>
                      <a:pt x="0"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55" name="Google Shape;155;p6"/>
              <p:cNvSpPr/>
              <p:nvPr/>
            </p:nvSpPr>
            <p:spPr>
              <a:xfrm>
                <a:off x="6319329" y="1427584"/>
                <a:ext cx="796242" cy="1791591"/>
              </a:xfrm>
              <a:custGeom>
                <a:rect b="b" l="l" r="r" t="t"/>
                <a:pathLst>
                  <a:path extrusionOk="0" h="1791591" w="796242">
                    <a:moveTo>
                      <a:pt x="796242" y="1791591"/>
                    </a:moveTo>
                    <a:lnTo>
                      <a:pt x="796242" y="1791591"/>
                    </a:lnTo>
                    <a:lnTo>
                      <a:pt x="796242" y="796243"/>
                    </a:lnTo>
                    <a:cubicBezTo>
                      <a:pt x="796242" y="356430"/>
                      <a:pt x="439724" y="0"/>
                      <a:pt x="0" y="0"/>
                    </a:cubicBezTo>
                    <a:lnTo>
                      <a:pt x="0" y="0"/>
                    </a:lnTo>
                    <a:lnTo>
                      <a:pt x="0" y="995348"/>
                    </a:lnTo>
                    <a:cubicBezTo>
                      <a:pt x="0" y="1435162"/>
                      <a:pt x="356518" y="1791591"/>
                      <a:pt x="796242" y="1791591"/>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56" name="Google Shape;156;p6"/>
              <p:cNvSpPr/>
              <p:nvPr/>
            </p:nvSpPr>
            <p:spPr>
              <a:xfrm>
                <a:off x="17269317" y="1427584"/>
                <a:ext cx="796242" cy="1791591"/>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solidFill>
                <a:srgbClr val="DAEEDE"/>
              </a:soli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grpSp>
      </p:grpSp>
      <p:sp>
        <p:nvSpPr>
          <p:cNvPr id="157" name="Google Shape;157;p6"/>
          <p:cNvSpPr/>
          <p:nvPr/>
        </p:nvSpPr>
        <p:spPr>
          <a:xfrm>
            <a:off x="939184" y="13090211"/>
            <a:ext cx="1449453" cy="409020"/>
          </a:xfrm>
          <a:prstGeom prst="round2DiagRect">
            <a:avLst>
              <a:gd fmla="val 16667" name="adj1"/>
              <a:gd fmla="val 0" name="adj2"/>
            </a:avLst>
          </a:prstGeom>
          <a:solidFill>
            <a:srgbClr val="DAEEDE"/>
          </a:solidFill>
          <a:ln>
            <a:noFill/>
          </a:ln>
        </p:spPr>
        <p:txBody>
          <a:bodyPr anchorCtr="0" anchor="t" bIns="45700" lIns="91425" spcFirstLastPara="1" rIns="91425" wrap="square" tIns="45700">
            <a:noAutofit/>
          </a:bodyPr>
          <a:lstStyle/>
          <a:p>
            <a:pPr indent="0" lvl="0" marL="0" marR="0" rtl="1" algn="ctr">
              <a:spcBef>
                <a:spcPts val="0"/>
              </a:spcBef>
              <a:spcAft>
                <a:spcPts val="0"/>
              </a:spcAft>
              <a:buNone/>
            </a:pPr>
            <a:r>
              <a:rPr lang="en-US" sz="2000">
                <a:solidFill>
                  <a:schemeClr val="accent1"/>
                </a:solidFill>
                <a:latin typeface="Arial"/>
                <a:ea typeface="Arial"/>
                <a:cs typeface="Arial"/>
                <a:sym typeface="Arial"/>
              </a:rPr>
              <a:t>Internal</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Slide">
  <p:cSld name="1_Section Slide">
    <p:bg>
      <p:bgPr>
        <a:solidFill>
          <a:schemeClr val="dk1"/>
        </a:solidFill>
      </p:bgPr>
    </p:bg>
    <p:spTree>
      <p:nvGrpSpPr>
        <p:cNvPr id="158" name="Shape 158"/>
        <p:cNvGrpSpPr/>
        <p:nvPr/>
      </p:nvGrpSpPr>
      <p:grpSpPr>
        <a:xfrm>
          <a:off x="0" y="0"/>
          <a:ext cx="0" cy="0"/>
          <a:chOff x="0" y="0"/>
          <a:chExt cx="0" cy="0"/>
        </a:xfrm>
      </p:grpSpPr>
      <p:sp>
        <p:nvSpPr>
          <p:cNvPr id="159" name="Google Shape;159;p7"/>
          <p:cNvSpPr txBox="1"/>
          <p:nvPr>
            <p:ph type="title"/>
          </p:nvPr>
        </p:nvSpPr>
        <p:spPr>
          <a:xfrm>
            <a:off x="5872298" y="6098738"/>
            <a:ext cx="12407928" cy="1383254"/>
          </a:xfrm>
          <a:prstGeom prst="rect">
            <a:avLst/>
          </a:prstGeom>
          <a:noFill/>
          <a:ln>
            <a:noFill/>
          </a:ln>
        </p:spPr>
        <p:txBody>
          <a:bodyPr anchorCtr="0" anchor="t" bIns="0" lIns="0" spcFirstLastPara="1" rIns="0" wrap="square" tIns="0">
            <a:noAutofit/>
          </a:bodyPr>
          <a:lstStyle>
            <a:lvl1pPr lvl="0" marR="0" rtl="0" algn="ctr">
              <a:lnSpc>
                <a:spcPct val="90000"/>
              </a:lnSpc>
              <a:spcBef>
                <a:spcPts val="0"/>
              </a:spcBef>
              <a:spcAft>
                <a:spcPts val="0"/>
              </a:spcAft>
              <a:buClr>
                <a:schemeClr val="lt1"/>
              </a:buClr>
              <a:buSzPts val="13200"/>
              <a:buFont typeface="Arial"/>
              <a:buNone/>
              <a:defRPr b="0" i="0" sz="132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160" name="Google Shape;160;p7"/>
          <p:cNvGrpSpPr/>
          <p:nvPr/>
        </p:nvGrpSpPr>
        <p:grpSpPr>
          <a:xfrm flipH="1">
            <a:off x="69426" y="5531413"/>
            <a:ext cx="6843252" cy="2653175"/>
            <a:chOff x="1341430" y="1427584"/>
            <a:chExt cx="9755534" cy="3782287"/>
          </a:xfrm>
        </p:grpSpPr>
        <p:sp>
          <p:nvSpPr>
            <p:cNvPr id="161" name="Google Shape;161;p7"/>
            <p:cNvSpPr/>
            <p:nvPr/>
          </p:nvSpPr>
          <p:spPr>
            <a:xfrm>
              <a:off x="9305373" y="3418280"/>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3" y="1791591"/>
                    <a:pt x="1791591"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62" name="Google Shape;162;p7"/>
            <p:cNvSpPr/>
            <p:nvPr/>
          </p:nvSpPr>
          <p:spPr>
            <a:xfrm>
              <a:off x="7314677" y="1427584"/>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2" y="1791591"/>
                    <a:pt x="1791591"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63" name="Google Shape;163;p7"/>
            <p:cNvSpPr/>
            <p:nvPr/>
          </p:nvSpPr>
          <p:spPr>
            <a:xfrm>
              <a:off x="3333284" y="3418280"/>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3" y="0"/>
                    <a:pt x="0" y="802123"/>
                    <a:pt x="0"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64" name="Google Shape;164;p7"/>
            <p:cNvSpPr/>
            <p:nvPr/>
          </p:nvSpPr>
          <p:spPr>
            <a:xfrm>
              <a:off x="5323980" y="1427584"/>
              <a:ext cx="796242" cy="1791591"/>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65" name="Google Shape;165;p7"/>
            <p:cNvSpPr/>
            <p:nvPr/>
          </p:nvSpPr>
          <p:spPr>
            <a:xfrm>
              <a:off x="1342677" y="3418280"/>
              <a:ext cx="796242" cy="1791591"/>
            </a:xfrm>
            <a:custGeom>
              <a:rect b="b" l="l" r="r" t="t"/>
              <a:pathLst>
                <a:path extrusionOk="0" h="1791591" w="796242">
                  <a:moveTo>
                    <a:pt x="796243" y="1791591"/>
                  </a:moveTo>
                  <a:lnTo>
                    <a:pt x="796243" y="1791591"/>
                  </a:lnTo>
                  <a:lnTo>
                    <a:pt x="796243" y="796243"/>
                  </a:lnTo>
                  <a:cubicBezTo>
                    <a:pt x="796243" y="356430"/>
                    <a:pt x="439724" y="0"/>
                    <a:pt x="0" y="0"/>
                  </a:cubicBezTo>
                  <a:lnTo>
                    <a:pt x="0" y="0"/>
                  </a:lnTo>
                  <a:lnTo>
                    <a:pt x="0" y="995348"/>
                  </a:lnTo>
                  <a:cubicBezTo>
                    <a:pt x="0" y="1435162"/>
                    <a:pt x="356519" y="1791591"/>
                    <a:pt x="796243"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66" name="Google Shape;166;p7"/>
            <p:cNvSpPr/>
            <p:nvPr/>
          </p:nvSpPr>
          <p:spPr>
            <a:xfrm>
              <a:off x="2337936" y="3418280"/>
              <a:ext cx="796242" cy="1791591"/>
            </a:xfrm>
            <a:custGeom>
              <a:rect b="b" l="l" r="r" t="t"/>
              <a:pathLst>
                <a:path extrusionOk="0" h="1791591" w="796242">
                  <a:moveTo>
                    <a:pt x="0" y="796243"/>
                  </a:moveTo>
                  <a:lnTo>
                    <a:pt x="0" y="1791591"/>
                  </a:lnTo>
                  <a:lnTo>
                    <a:pt x="0" y="1791591"/>
                  </a:lnTo>
                  <a:cubicBezTo>
                    <a:pt x="439813" y="1791591"/>
                    <a:pt x="796243" y="1435072"/>
                    <a:pt x="796243" y="995348"/>
                  </a:cubicBezTo>
                  <a:lnTo>
                    <a:pt x="796243" y="0"/>
                  </a:lnTo>
                  <a:lnTo>
                    <a:pt x="796243" y="0"/>
                  </a:lnTo>
                  <a:cubicBezTo>
                    <a:pt x="356430" y="0"/>
                    <a:pt x="0" y="356519"/>
                    <a:pt x="0" y="796243"/>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67" name="Google Shape;167;p7"/>
            <p:cNvSpPr/>
            <p:nvPr/>
          </p:nvSpPr>
          <p:spPr>
            <a:xfrm>
              <a:off x="1341430" y="1427584"/>
              <a:ext cx="3782287" cy="1791591"/>
            </a:xfrm>
            <a:custGeom>
              <a:rect b="b" l="l" r="r" t="t"/>
              <a:pathLst>
                <a:path extrusionOk="0" h="1791591" w="3782287">
                  <a:moveTo>
                    <a:pt x="0" y="1594090"/>
                  </a:moveTo>
                  <a:lnTo>
                    <a:pt x="0" y="1791591"/>
                  </a:lnTo>
                  <a:lnTo>
                    <a:pt x="2188198" y="1791591"/>
                  </a:lnTo>
                  <a:cubicBezTo>
                    <a:pt x="3068627" y="1791591"/>
                    <a:pt x="3782288" y="1077930"/>
                    <a:pt x="3782288" y="197502"/>
                  </a:cubicBezTo>
                  <a:lnTo>
                    <a:pt x="3782288" y="0"/>
                  </a:lnTo>
                  <a:lnTo>
                    <a:pt x="1594089" y="0"/>
                  </a:lnTo>
                  <a:cubicBezTo>
                    <a:pt x="713661" y="0"/>
                    <a:pt x="0" y="713661"/>
                    <a:pt x="0" y="1594090"/>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68" name="Google Shape;168;p7"/>
            <p:cNvSpPr/>
            <p:nvPr/>
          </p:nvSpPr>
          <p:spPr>
            <a:xfrm>
              <a:off x="7314677" y="3418280"/>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2" y="0"/>
                    <a:pt x="0" y="802123"/>
                    <a:pt x="0"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69" name="Google Shape;169;p7"/>
            <p:cNvSpPr/>
            <p:nvPr/>
          </p:nvSpPr>
          <p:spPr>
            <a:xfrm>
              <a:off x="9305373" y="1427584"/>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3" y="0"/>
                    <a:pt x="0" y="802123"/>
                    <a:pt x="0"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70" name="Google Shape;170;p7"/>
            <p:cNvSpPr/>
            <p:nvPr/>
          </p:nvSpPr>
          <p:spPr>
            <a:xfrm>
              <a:off x="5323980" y="3418280"/>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3" y="1791591"/>
                    <a:pt x="1791591"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71" name="Google Shape;171;p7"/>
            <p:cNvSpPr/>
            <p:nvPr/>
          </p:nvSpPr>
          <p:spPr>
            <a:xfrm>
              <a:off x="6319329" y="1427584"/>
              <a:ext cx="796242" cy="1791591"/>
            </a:xfrm>
            <a:custGeom>
              <a:rect b="b" l="l" r="r" t="t"/>
              <a:pathLst>
                <a:path extrusionOk="0" h="1791591" w="796242">
                  <a:moveTo>
                    <a:pt x="796242" y="1791591"/>
                  </a:moveTo>
                  <a:lnTo>
                    <a:pt x="796242" y="1791591"/>
                  </a:lnTo>
                  <a:lnTo>
                    <a:pt x="796242" y="796243"/>
                  </a:lnTo>
                  <a:cubicBezTo>
                    <a:pt x="796242" y="356430"/>
                    <a:pt x="439724" y="0"/>
                    <a:pt x="0" y="0"/>
                  </a:cubicBezTo>
                  <a:lnTo>
                    <a:pt x="0" y="0"/>
                  </a:lnTo>
                  <a:lnTo>
                    <a:pt x="0" y="995348"/>
                  </a:lnTo>
                  <a:cubicBezTo>
                    <a:pt x="0" y="1435162"/>
                    <a:pt x="356518" y="1791591"/>
                    <a:pt x="796242"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grpSp>
      <p:grpSp>
        <p:nvGrpSpPr>
          <p:cNvPr id="172" name="Google Shape;172;p7"/>
          <p:cNvGrpSpPr/>
          <p:nvPr/>
        </p:nvGrpSpPr>
        <p:grpSpPr>
          <a:xfrm>
            <a:off x="17540750" y="5531412"/>
            <a:ext cx="6843252" cy="2653175"/>
            <a:chOff x="1341430" y="1427584"/>
            <a:chExt cx="9755534" cy="3782287"/>
          </a:xfrm>
        </p:grpSpPr>
        <p:sp>
          <p:nvSpPr>
            <p:cNvPr id="173" name="Google Shape;173;p7"/>
            <p:cNvSpPr/>
            <p:nvPr/>
          </p:nvSpPr>
          <p:spPr>
            <a:xfrm>
              <a:off x="9305373" y="3418280"/>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3" y="1791591"/>
                    <a:pt x="1791591"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74" name="Google Shape;174;p7"/>
            <p:cNvSpPr/>
            <p:nvPr/>
          </p:nvSpPr>
          <p:spPr>
            <a:xfrm>
              <a:off x="7314677" y="1427584"/>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2" y="1791591"/>
                    <a:pt x="1791591"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75" name="Google Shape;175;p7"/>
            <p:cNvSpPr/>
            <p:nvPr/>
          </p:nvSpPr>
          <p:spPr>
            <a:xfrm>
              <a:off x="3333284" y="3418280"/>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3" y="0"/>
                    <a:pt x="0" y="802123"/>
                    <a:pt x="0"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76" name="Google Shape;176;p7"/>
            <p:cNvSpPr/>
            <p:nvPr/>
          </p:nvSpPr>
          <p:spPr>
            <a:xfrm>
              <a:off x="5323980" y="1427584"/>
              <a:ext cx="796242" cy="1791591"/>
            </a:xfrm>
            <a:custGeom>
              <a:rect b="b" l="l" r="r" t="t"/>
              <a:pathLst>
                <a:path extrusionOk="0" h="1791591" w="796242">
                  <a:moveTo>
                    <a:pt x="0" y="796243"/>
                  </a:moveTo>
                  <a:lnTo>
                    <a:pt x="0" y="1791591"/>
                  </a:lnTo>
                  <a:lnTo>
                    <a:pt x="0" y="1791591"/>
                  </a:lnTo>
                  <a:cubicBezTo>
                    <a:pt x="439814" y="1791591"/>
                    <a:pt x="796243" y="1435073"/>
                    <a:pt x="796243" y="995348"/>
                  </a:cubicBezTo>
                  <a:lnTo>
                    <a:pt x="796243" y="0"/>
                  </a:lnTo>
                  <a:lnTo>
                    <a:pt x="796243" y="0"/>
                  </a:lnTo>
                  <a:cubicBezTo>
                    <a:pt x="356430" y="0"/>
                    <a:pt x="0" y="356519"/>
                    <a:pt x="0" y="796243"/>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77" name="Google Shape;177;p7"/>
            <p:cNvSpPr/>
            <p:nvPr/>
          </p:nvSpPr>
          <p:spPr>
            <a:xfrm>
              <a:off x="1342677" y="3418280"/>
              <a:ext cx="796242" cy="1791591"/>
            </a:xfrm>
            <a:custGeom>
              <a:rect b="b" l="l" r="r" t="t"/>
              <a:pathLst>
                <a:path extrusionOk="0" h="1791591" w="796242">
                  <a:moveTo>
                    <a:pt x="796243" y="1791591"/>
                  </a:moveTo>
                  <a:lnTo>
                    <a:pt x="796243" y="1791591"/>
                  </a:lnTo>
                  <a:lnTo>
                    <a:pt x="796243" y="796243"/>
                  </a:lnTo>
                  <a:cubicBezTo>
                    <a:pt x="796243" y="356430"/>
                    <a:pt x="439724" y="0"/>
                    <a:pt x="0" y="0"/>
                  </a:cubicBezTo>
                  <a:lnTo>
                    <a:pt x="0" y="0"/>
                  </a:lnTo>
                  <a:lnTo>
                    <a:pt x="0" y="995348"/>
                  </a:lnTo>
                  <a:cubicBezTo>
                    <a:pt x="0" y="1435162"/>
                    <a:pt x="356519" y="1791591"/>
                    <a:pt x="796243" y="1791591"/>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78" name="Google Shape;178;p7"/>
            <p:cNvSpPr/>
            <p:nvPr/>
          </p:nvSpPr>
          <p:spPr>
            <a:xfrm>
              <a:off x="2337936" y="3418280"/>
              <a:ext cx="796242" cy="1791591"/>
            </a:xfrm>
            <a:custGeom>
              <a:rect b="b" l="l" r="r" t="t"/>
              <a:pathLst>
                <a:path extrusionOk="0" h="1791591" w="796242">
                  <a:moveTo>
                    <a:pt x="0" y="796243"/>
                  </a:moveTo>
                  <a:lnTo>
                    <a:pt x="0" y="1791591"/>
                  </a:lnTo>
                  <a:lnTo>
                    <a:pt x="0" y="1791591"/>
                  </a:lnTo>
                  <a:cubicBezTo>
                    <a:pt x="439813" y="1791591"/>
                    <a:pt x="796243" y="1435072"/>
                    <a:pt x="796243" y="995348"/>
                  </a:cubicBezTo>
                  <a:lnTo>
                    <a:pt x="796243" y="0"/>
                  </a:lnTo>
                  <a:lnTo>
                    <a:pt x="796243" y="0"/>
                  </a:lnTo>
                  <a:cubicBezTo>
                    <a:pt x="356430" y="0"/>
                    <a:pt x="0" y="356519"/>
                    <a:pt x="0" y="796243"/>
                  </a:cubicBezTo>
                  <a:close/>
                </a:path>
              </a:pathLst>
            </a:custGeom>
            <a:gradFill>
              <a:gsLst>
                <a:gs pos="0">
                  <a:srgbClr val="2B7C62">
                    <a:alpha val="49803"/>
                  </a:srgbClr>
                </a:gs>
                <a:gs pos="50000">
                  <a:srgbClr val="2B7C62">
                    <a:alpha val="74901"/>
                  </a:srgbClr>
                </a:gs>
                <a:gs pos="100000">
                  <a:srgbClr val="2B7C62"/>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79" name="Google Shape;179;p7"/>
            <p:cNvSpPr/>
            <p:nvPr/>
          </p:nvSpPr>
          <p:spPr>
            <a:xfrm>
              <a:off x="1341430" y="1427584"/>
              <a:ext cx="3782287" cy="1791591"/>
            </a:xfrm>
            <a:custGeom>
              <a:rect b="b" l="l" r="r" t="t"/>
              <a:pathLst>
                <a:path extrusionOk="0" h="1791591" w="3782287">
                  <a:moveTo>
                    <a:pt x="0" y="1594090"/>
                  </a:moveTo>
                  <a:lnTo>
                    <a:pt x="0" y="1791591"/>
                  </a:lnTo>
                  <a:lnTo>
                    <a:pt x="2188198" y="1791591"/>
                  </a:lnTo>
                  <a:cubicBezTo>
                    <a:pt x="3068627" y="1791591"/>
                    <a:pt x="3782288" y="1077930"/>
                    <a:pt x="3782288" y="197502"/>
                  </a:cubicBezTo>
                  <a:lnTo>
                    <a:pt x="3782288" y="0"/>
                  </a:lnTo>
                  <a:lnTo>
                    <a:pt x="1594089" y="0"/>
                  </a:lnTo>
                  <a:cubicBezTo>
                    <a:pt x="713661" y="0"/>
                    <a:pt x="0" y="713661"/>
                    <a:pt x="0" y="1594090"/>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80" name="Google Shape;180;p7"/>
            <p:cNvSpPr/>
            <p:nvPr/>
          </p:nvSpPr>
          <p:spPr>
            <a:xfrm>
              <a:off x="7314677" y="3418280"/>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2" y="0"/>
                    <a:pt x="0" y="802123"/>
                    <a:pt x="0"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81" name="Google Shape;181;p7"/>
            <p:cNvSpPr/>
            <p:nvPr/>
          </p:nvSpPr>
          <p:spPr>
            <a:xfrm>
              <a:off x="9305373" y="1427584"/>
              <a:ext cx="1791591" cy="1791591"/>
            </a:xfrm>
            <a:custGeom>
              <a:rect b="b" l="l" r="r" t="t"/>
              <a:pathLst>
                <a:path extrusionOk="0" h="1791591" w="1791591">
                  <a:moveTo>
                    <a:pt x="0" y="1791591"/>
                  </a:moveTo>
                  <a:lnTo>
                    <a:pt x="0" y="1791591"/>
                  </a:lnTo>
                  <a:cubicBezTo>
                    <a:pt x="0" y="1791591"/>
                    <a:pt x="0" y="1791591"/>
                    <a:pt x="0" y="1791591"/>
                  </a:cubicBezTo>
                  <a:cubicBezTo>
                    <a:pt x="989469" y="1791591"/>
                    <a:pt x="1791591" y="989469"/>
                    <a:pt x="1791591" y="0"/>
                  </a:cubicBezTo>
                  <a:lnTo>
                    <a:pt x="1791591" y="0"/>
                  </a:lnTo>
                  <a:cubicBezTo>
                    <a:pt x="1791591" y="0"/>
                    <a:pt x="1791591" y="0"/>
                    <a:pt x="1791591" y="0"/>
                  </a:cubicBezTo>
                  <a:cubicBezTo>
                    <a:pt x="802123" y="0"/>
                    <a:pt x="0" y="802123"/>
                    <a:pt x="0"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82" name="Google Shape;182;p7"/>
            <p:cNvSpPr/>
            <p:nvPr/>
          </p:nvSpPr>
          <p:spPr>
            <a:xfrm>
              <a:off x="5323980" y="3418280"/>
              <a:ext cx="1791591" cy="1791591"/>
            </a:xfrm>
            <a:custGeom>
              <a:rect b="b" l="l" r="r" t="t"/>
              <a:pathLst>
                <a:path extrusionOk="0" h="1791591" w="1791591">
                  <a:moveTo>
                    <a:pt x="1791591" y="1791591"/>
                  </a:moveTo>
                  <a:lnTo>
                    <a:pt x="1791591" y="1791591"/>
                  </a:lnTo>
                  <a:cubicBezTo>
                    <a:pt x="1791591" y="802123"/>
                    <a:pt x="989469" y="0"/>
                    <a:pt x="0" y="0"/>
                  </a:cubicBezTo>
                  <a:lnTo>
                    <a:pt x="0" y="0"/>
                  </a:lnTo>
                  <a:cubicBezTo>
                    <a:pt x="0" y="989469"/>
                    <a:pt x="802123" y="1791591"/>
                    <a:pt x="1791591"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sp>
          <p:nvSpPr>
            <p:cNvPr id="183" name="Google Shape;183;p7"/>
            <p:cNvSpPr/>
            <p:nvPr/>
          </p:nvSpPr>
          <p:spPr>
            <a:xfrm>
              <a:off x="6319329" y="1427584"/>
              <a:ext cx="796242" cy="1791591"/>
            </a:xfrm>
            <a:custGeom>
              <a:rect b="b" l="l" r="r" t="t"/>
              <a:pathLst>
                <a:path extrusionOk="0" h="1791591" w="796242">
                  <a:moveTo>
                    <a:pt x="796242" y="1791591"/>
                  </a:moveTo>
                  <a:lnTo>
                    <a:pt x="796242" y="1791591"/>
                  </a:lnTo>
                  <a:lnTo>
                    <a:pt x="796242" y="796243"/>
                  </a:lnTo>
                  <a:cubicBezTo>
                    <a:pt x="796242" y="356430"/>
                    <a:pt x="439724" y="0"/>
                    <a:pt x="0" y="0"/>
                  </a:cubicBezTo>
                  <a:lnTo>
                    <a:pt x="0" y="0"/>
                  </a:lnTo>
                  <a:lnTo>
                    <a:pt x="0" y="995348"/>
                  </a:lnTo>
                  <a:cubicBezTo>
                    <a:pt x="0" y="1435162"/>
                    <a:pt x="356518" y="1791591"/>
                    <a:pt x="796242" y="1791591"/>
                  </a:cubicBezTo>
                  <a:close/>
                </a:path>
              </a:pathLst>
            </a:custGeom>
            <a:gradFill>
              <a:gsLst>
                <a:gs pos="0">
                  <a:srgbClr val="0B4D8A">
                    <a:alpha val="49803"/>
                  </a:srgbClr>
                </a:gs>
                <a:gs pos="50000">
                  <a:srgbClr val="0B4D8A">
                    <a:alpha val="74901"/>
                  </a:srgbClr>
                </a:gs>
                <a:gs pos="100000">
                  <a:srgbClr val="0B4D8A"/>
                </a:gs>
              </a:gsLst>
              <a:lin ang="16200000" scaled="0"/>
            </a:grad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t/>
              </a:r>
              <a:endParaRPr sz="3600">
                <a:solidFill>
                  <a:schemeClr val="dk1"/>
                </a:solidFill>
                <a:latin typeface="Arial"/>
                <a:ea typeface="Arial"/>
                <a:cs typeface="Arial"/>
                <a:sym typeface="Arial"/>
              </a:endParaRPr>
            </a:p>
          </p:txBody>
        </p:sp>
      </p:grpSp>
      <p:sp>
        <p:nvSpPr>
          <p:cNvPr id="184" name="Google Shape;184;p7"/>
          <p:cNvSpPr/>
          <p:nvPr/>
        </p:nvSpPr>
        <p:spPr>
          <a:xfrm>
            <a:off x="273503" y="13071550"/>
            <a:ext cx="1449453" cy="409020"/>
          </a:xfrm>
          <a:prstGeom prst="round2DiagRect">
            <a:avLst>
              <a:gd fmla="val 16667" name="adj1"/>
              <a:gd fmla="val 0" name="adj2"/>
            </a:avLst>
          </a:prstGeom>
          <a:solidFill>
            <a:schemeClr val="accent1"/>
          </a:solidFill>
          <a:ln>
            <a:noFill/>
          </a:ln>
        </p:spPr>
        <p:txBody>
          <a:bodyPr anchorCtr="0" anchor="t" bIns="45700" lIns="91425" spcFirstLastPara="1" rIns="91425" wrap="square" tIns="45700">
            <a:noAutofit/>
          </a:bodyPr>
          <a:lstStyle/>
          <a:p>
            <a:pPr indent="0" lvl="0" marL="0" marR="0" rtl="1" algn="ctr">
              <a:spcBef>
                <a:spcPts val="0"/>
              </a:spcBef>
              <a:spcAft>
                <a:spcPts val="0"/>
              </a:spcAft>
              <a:buNone/>
            </a:pPr>
            <a:r>
              <a:rPr lang="en-US" sz="2000">
                <a:solidFill>
                  <a:schemeClr val="lt2"/>
                </a:solidFill>
                <a:latin typeface="Arial"/>
                <a:ea typeface="Arial"/>
                <a:cs typeface="Arial"/>
                <a:sym typeface="Arial"/>
              </a:rPr>
              <a:t>Internal</a:t>
            </a:r>
            <a:endParaRPr/>
          </a:p>
        </p:txBody>
      </p:sp>
    </p:spTree>
  </p:cSld>
  <p:clrMapOvr>
    <a:masterClrMapping/>
  </p:clrMapOvr>
  <mc:AlternateContent>
    <mc:Choice Requires="p14">
      <p:transition spd="slow" p14:dur="1250">
        <p14:flip dir="l"/>
      </p:transition>
    </mc:Choice>
    <mc:Fallback>
      <p:transition spd="slow">
        <p:fade/>
      </p:transition>
    </mc:Fallback>
  </mc:AlternateContent>
  <p:extLst>
    <p:ext uri="{DCECCB84-F9BA-43D5-87BE-67443E8EF086}">
      <p15:sldGuideLst>
        <p15:guide id="1" orient="horz" pos="3240">
          <p15:clr>
            <a:srgbClr val="FBAE40"/>
          </p15:clr>
        </p15:guide>
        <p15:guide id="2" pos="81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descr="preencoded.png" id="10" name="Google Shape;10;p1"/>
          <p:cNvSpPr/>
          <p:nvPr/>
        </p:nvSpPr>
        <p:spPr>
          <a:xfrm>
            <a:off x="19348299" y="-788579"/>
            <a:ext cx="2468880" cy="640080"/>
          </a:xfrm>
          <a:prstGeom prst="rect">
            <a:avLst/>
          </a:prstGeom>
          <a:solidFill>
            <a:srgbClr val="FFFFFF"/>
          </a:solidFill>
          <a:ln cap="flat" cmpd="sng" w="10575">
            <a:solidFill>
              <a:srgbClr val="E4F0FC"/>
            </a:solidFill>
            <a:prstDash val="solid"/>
            <a:miter lim="8000"/>
            <a:headEnd len="sm" w="sm" type="none"/>
            <a:tailEnd len="sm" w="sm" type="none"/>
          </a:ln>
        </p:spPr>
        <p:txBody>
          <a:bodyPr anchorCtr="0" anchor="ctr" bIns="45700" lIns="182875" spcFirstLastPara="1" rIns="0" wrap="square" tIns="45700">
            <a:noAutofit/>
          </a:bodyPr>
          <a:lstStyle/>
          <a:p>
            <a:pPr indent="0" lvl="0" marL="0" marR="0" rtl="0" algn="l">
              <a:lnSpc>
                <a:spcPct val="150000"/>
              </a:lnSpc>
              <a:spcBef>
                <a:spcPts val="0"/>
              </a:spcBef>
              <a:spcAft>
                <a:spcPts val="0"/>
              </a:spcAft>
              <a:buNone/>
            </a:pPr>
            <a:r>
              <a:rPr b="0" i="0" lang="en-US" sz="2000" u="none" cap="none" strike="noStrike">
                <a:solidFill>
                  <a:srgbClr val="0B4D89"/>
                </a:solidFill>
                <a:latin typeface="Arial"/>
                <a:ea typeface="Arial"/>
                <a:cs typeface="Arial"/>
                <a:sym typeface="Arial"/>
              </a:rPr>
              <a:t>FFFFFF </a:t>
            </a:r>
            <a:endParaRPr/>
          </a:p>
        </p:txBody>
      </p:sp>
      <p:sp>
        <p:nvSpPr>
          <p:cNvPr descr="preencoded.png" id="11" name="Google Shape;11;p1"/>
          <p:cNvSpPr/>
          <p:nvPr/>
        </p:nvSpPr>
        <p:spPr>
          <a:xfrm>
            <a:off x="2764043" y="-788579"/>
            <a:ext cx="2468880" cy="640080"/>
          </a:xfrm>
          <a:prstGeom prst="rect">
            <a:avLst/>
          </a:prstGeom>
          <a:solidFill>
            <a:srgbClr val="0B4D89"/>
          </a:solidFill>
          <a:ln>
            <a:noFill/>
          </a:ln>
        </p:spPr>
        <p:txBody>
          <a:bodyPr anchorCtr="0" anchor="ctr" bIns="45700" lIns="182875" spcFirstLastPara="1" rIns="0" wrap="square" tIns="45700">
            <a:noAutofit/>
          </a:bodyPr>
          <a:lstStyle/>
          <a:p>
            <a:pPr indent="0" lvl="0" marL="0" marR="0" rtl="0" algn="l">
              <a:lnSpc>
                <a:spcPct val="150000"/>
              </a:lnSpc>
              <a:spcBef>
                <a:spcPts val="0"/>
              </a:spcBef>
              <a:spcAft>
                <a:spcPts val="0"/>
              </a:spcAft>
              <a:buNone/>
            </a:pPr>
            <a:r>
              <a:rPr b="0" i="0" lang="en-US" sz="2000" u="none" cap="none" strike="noStrike">
                <a:solidFill>
                  <a:schemeClr val="lt1"/>
                </a:solidFill>
                <a:latin typeface="Arial"/>
                <a:ea typeface="Arial"/>
                <a:cs typeface="Arial"/>
                <a:sym typeface="Arial"/>
              </a:rPr>
              <a:t>0B4D89 </a:t>
            </a:r>
            <a:endParaRPr/>
          </a:p>
        </p:txBody>
      </p:sp>
      <p:sp>
        <p:nvSpPr>
          <p:cNvPr descr="preencoded.png" id="12" name="Google Shape;12;p1"/>
          <p:cNvSpPr/>
          <p:nvPr/>
        </p:nvSpPr>
        <p:spPr>
          <a:xfrm>
            <a:off x="13820211" y="-788579"/>
            <a:ext cx="2468880" cy="640080"/>
          </a:xfrm>
          <a:prstGeom prst="rect">
            <a:avLst/>
          </a:prstGeom>
          <a:solidFill>
            <a:srgbClr val="339BD6"/>
          </a:solidFill>
          <a:ln>
            <a:noFill/>
          </a:ln>
        </p:spPr>
        <p:txBody>
          <a:bodyPr anchorCtr="0" anchor="ctr" bIns="45700" lIns="182875" spcFirstLastPara="1" rIns="0" wrap="square" tIns="45700">
            <a:noAutofit/>
          </a:bodyPr>
          <a:lstStyle/>
          <a:p>
            <a:pPr indent="0" lvl="0" marL="0" marR="0" rtl="0" algn="l">
              <a:lnSpc>
                <a:spcPct val="150000"/>
              </a:lnSpc>
              <a:spcBef>
                <a:spcPts val="0"/>
              </a:spcBef>
              <a:spcAft>
                <a:spcPts val="0"/>
              </a:spcAft>
              <a:buNone/>
            </a:pPr>
            <a:r>
              <a:rPr b="0" i="0" lang="en-US" sz="2000" u="none" cap="none" strike="noStrike">
                <a:solidFill>
                  <a:schemeClr val="lt1"/>
                </a:solidFill>
                <a:latin typeface="Arial"/>
                <a:ea typeface="Arial"/>
                <a:cs typeface="Arial"/>
                <a:sym typeface="Arial"/>
              </a:rPr>
              <a:t>339BD6 </a:t>
            </a:r>
            <a:endParaRPr/>
          </a:p>
        </p:txBody>
      </p:sp>
      <p:sp>
        <p:nvSpPr>
          <p:cNvPr descr="preencoded.png" id="13" name="Google Shape;13;p1"/>
          <p:cNvSpPr/>
          <p:nvPr/>
        </p:nvSpPr>
        <p:spPr>
          <a:xfrm>
            <a:off x="5528086" y="-788579"/>
            <a:ext cx="2468880" cy="640080"/>
          </a:xfrm>
          <a:prstGeom prst="rect">
            <a:avLst/>
          </a:prstGeom>
          <a:solidFill>
            <a:srgbClr val="2A7C62"/>
          </a:solidFill>
          <a:ln>
            <a:noFill/>
          </a:ln>
        </p:spPr>
        <p:txBody>
          <a:bodyPr anchorCtr="0" anchor="ctr" bIns="45700" lIns="182875" spcFirstLastPara="1" rIns="0" wrap="square" tIns="45700">
            <a:noAutofit/>
          </a:bodyPr>
          <a:lstStyle/>
          <a:p>
            <a:pPr indent="0" lvl="0" marL="0" marR="0" rtl="0" algn="l">
              <a:lnSpc>
                <a:spcPct val="150000"/>
              </a:lnSpc>
              <a:spcBef>
                <a:spcPts val="0"/>
              </a:spcBef>
              <a:spcAft>
                <a:spcPts val="0"/>
              </a:spcAft>
              <a:buNone/>
            </a:pPr>
            <a:r>
              <a:rPr b="0" i="0" lang="en-US" sz="2000" u="none" cap="none" strike="noStrike">
                <a:solidFill>
                  <a:schemeClr val="lt1"/>
                </a:solidFill>
                <a:latin typeface="Arial"/>
                <a:ea typeface="Arial"/>
                <a:cs typeface="Arial"/>
                <a:sym typeface="Arial"/>
              </a:rPr>
              <a:t>2A7C62 </a:t>
            </a:r>
            <a:endParaRPr/>
          </a:p>
        </p:txBody>
      </p:sp>
      <p:sp>
        <p:nvSpPr>
          <p:cNvPr descr="preencoded.png" id="14" name="Google Shape;14;p1"/>
          <p:cNvSpPr/>
          <p:nvPr/>
        </p:nvSpPr>
        <p:spPr>
          <a:xfrm>
            <a:off x="8292129" y="-788579"/>
            <a:ext cx="2468880" cy="640080"/>
          </a:xfrm>
          <a:prstGeom prst="rect">
            <a:avLst/>
          </a:prstGeom>
          <a:solidFill>
            <a:srgbClr val="A4D5AD"/>
          </a:solidFill>
          <a:ln>
            <a:noFill/>
          </a:ln>
        </p:spPr>
        <p:txBody>
          <a:bodyPr anchorCtr="0" anchor="ctr" bIns="45700" lIns="182875" spcFirstLastPara="1" rIns="0" wrap="square" tIns="45700">
            <a:noAutofit/>
          </a:bodyPr>
          <a:lstStyle/>
          <a:p>
            <a:pPr indent="0" lvl="0" marL="0" marR="0" rtl="0" algn="l">
              <a:lnSpc>
                <a:spcPct val="150000"/>
              </a:lnSpc>
              <a:spcBef>
                <a:spcPts val="0"/>
              </a:spcBef>
              <a:spcAft>
                <a:spcPts val="0"/>
              </a:spcAft>
              <a:buNone/>
            </a:pPr>
            <a:r>
              <a:rPr b="0" i="0" lang="en-US" sz="2000" u="none" cap="none" strike="noStrike">
                <a:solidFill>
                  <a:srgbClr val="0B4D89"/>
                </a:solidFill>
                <a:latin typeface="Arial"/>
                <a:ea typeface="Arial"/>
                <a:cs typeface="Arial"/>
                <a:sym typeface="Arial"/>
              </a:rPr>
              <a:t>A4D5AD </a:t>
            </a:r>
            <a:endParaRPr/>
          </a:p>
        </p:txBody>
      </p:sp>
      <p:sp>
        <p:nvSpPr>
          <p:cNvPr descr="preencoded.png" id="15" name="Google Shape;15;p1"/>
          <p:cNvSpPr/>
          <p:nvPr/>
        </p:nvSpPr>
        <p:spPr>
          <a:xfrm>
            <a:off x="16584254" y="-788579"/>
            <a:ext cx="2468880" cy="640080"/>
          </a:xfrm>
          <a:prstGeom prst="rect">
            <a:avLst/>
          </a:prstGeom>
          <a:solidFill>
            <a:srgbClr val="79BDE3"/>
          </a:solidFill>
          <a:ln>
            <a:noFill/>
          </a:ln>
        </p:spPr>
        <p:txBody>
          <a:bodyPr anchorCtr="0" anchor="ctr" bIns="45700" lIns="182875" spcFirstLastPara="1" rIns="0" wrap="square" tIns="45700">
            <a:noAutofit/>
          </a:bodyPr>
          <a:lstStyle/>
          <a:p>
            <a:pPr indent="0" lvl="0" marL="0" marR="0" rtl="0" algn="l">
              <a:lnSpc>
                <a:spcPct val="150000"/>
              </a:lnSpc>
              <a:spcBef>
                <a:spcPts val="0"/>
              </a:spcBef>
              <a:spcAft>
                <a:spcPts val="0"/>
              </a:spcAft>
              <a:buNone/>
            </a:pPr>
            <a:r>
              <a:rPr b="0" i="0" lang="en-US" sz="2000" u="none" cap="none" strike="noStrike">
                <a:solidFill>
                  <a:schemeClr val="lt1"/>
                </a:solidFill>
                <a:latin typeface="Arial"/>
                <a:ea typeface="Arial"/>
                <a:cs typeface="Arial"/>
                <a:sym typeface="Arial"/>
              </a:rPr>
              <a:t>79BDE3</a:t>
            </a:r>
            <a:endParaRPr/>
          </a:p>
        </p:txBody>
      </p:sp>
      <p:sp>
        <p:nvSpPr>
          <p:cNvPr descr="preencoded.png" id="16" name="Google Shape;16;p1"/>
          <p:cNvSpPr/>
          <p:nvPr/>
        </p:nvSpPr>
        <p:spPr>
          <a:xfrm>
            <a:off x="0" y="-788579"/>
            <a:ext cx="2468880" cy="640080"/>
          </a:xfrm>
          <a:prstGeom prst="rect">
            <a:avLst/>
          </a:prstGeom>
          <a:solidFill>
            <a:schemeClr val="dk1"/>
          </a:solidFill>
          <a:ln>
            <a:noFill/>
          </a:ln>
        </p:spPr>
        <p:txBody>
          <a:bodyPr anchorCtr="0" anchor="ctr" bIns="45700" lIns="182875" spcFirstLastPara="1" rIns="0" wrap="square" tIns="45700">
            <a:noAutofit/>
          </a:bodyPr>
          <a:lstStyle/>
          <a:p>
            <a:pPr indent="0" lvl="0" marL="0" marR="0" rtl="0" algn="l">
              <a:lnSpc>
                <a:spcPct val="150000"/>
              </a:lnSpc>
              <a:spcBef>
                <a:spcPts val="0"/>
              </a:spcBef>
              <a:spcAft>
                <a:spcPts val="0"/>
              </a:spcAft>
              <a:buNone/>
            </a:pPr>
            <a:r>
              <a:rPr b="0" i="0" lang="en-US" sz="2000" u="none" cap="none" strike="noStrike">
                <a:solidFill>
                  <a:schemeClr val="lt1"/>
                </a:solidFill>
                <a:latin typeface="Arial"/>
                <a:ea typeface="Arial"/>
                <a:cs typeface="Arial"/>
                <a:sym typeface="Arial"/>
              </a:rPr>
              <a:t>08305C </a:t>
            </a:r>
            <a:endParaRPr/>
          </a:p>
        </p:txBody>
      </p:sp>
      <p:sp>
        <p:nvSpPr>
          <p:cNvPr descr="preencoded.png" id="17" name="Google Shape;17;p1"/>
          <p:cNvSpPr/>
          <p:nvPr/>
        </p:nvSpPr>
        <p:spPr>
          <a:xfrm>
            <a:off x="16584254" y="-788579"/>
            <a:ext cx="2468880" cy="640080"/>
          </a:xfrm>
          <a:prstGeom prst="rect">
            <a:avLst/>
          </a:prstGeom>
          <a:solidFill>
            <a:schemeClr val="accent6"/>
          </a:solidFill>
          <a:ln>
            <a:noFill/>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b="0" i="0" lang="en-US" sz="2000" u="none" cap="none" strike="noStrike">
                <a:solidFill>
                  <a:schemeClr val="accent1"/>
                </a:solidFill>
                <a:latin typeface="Arial"/>
                <a:ea typeface="Arial"/>
                <a:cs typeface="Arial"/>
                <a:sym typeface="Arial"/>
              </a:rPr>
              <a:t>EBF5FB</a:t>
            </a:r>
            <a:endParaRPr/>
          </a:p>
        </p:txBody>
      </p:sp>
      <p:sp>
        <p:nvSpPr>
          <p:cNvPr descr="preencoded.png" id="18" name="Google Shape;18;p1"/>
          <p:cNvSpPr/>
          <p:nvPr/>
        </p:nvSpPr>
        <p:spPr>
          <a:xfrm>
            <a:off x="11056170" y="-788579"/>
            <a:ext cx="2468880" cy="640080"/>
          </a:xfrm>
          <a:prstGeom prst="rect">
            <a:avLst/>
          </a:prstGeom>
          <a:solidFill>
            <a:schemeClr val="accent5"/>
          </a:solidFill>
          <a:ln>
            <a:noFill/>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b="0" i="0" lang="en-US" sz="2000" u="none" cap="none" strike="noStrike">
                <a:solidFill>
                  <a:srgbClr val="0B4D89"/>
                </a:solidFill>
                <a:latin typeface="Arial"/>
                <a:ea typeface="Arial"/>
                <a:cs typeface="Arial"/>
                <a:sym typeface="Arial"/>
              </a:rPr>
              <a:t>E4F2E6</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6.png"/><Relationship Id="rId8"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idx="1" type="body"/>
          </p:nvPr>
        </p:nvSpPr>
        <p:spPr>
          <a:xfrm>
            <a:off x="1778939" y="4501777"/>
            <a:ext cx="10114574" cy="505623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9600"/>
              <a:buNone/>
            </a:pPr>
            <a:r>
              <a:rPr lang="en-US"/>
              <a:t>Insert Your Title Here</a:t>
            </a:r>
            <a:endParaRPr/>
          </a:p>
        </p:txBody>
      </p:sp>
      <p:sp>
        <p:nvSpPr>
          <p:cNvPr id="191" name="Google Shape;191;p8"/>
          <p:cNvSpPr txBox="1"/>
          <p:nvPr>
            <p:ph idx="2" type="body"/>
          </p:nvPr>
        </p:nvSpPr>
        <p:spPr>
          <a:xfrm>
            <a:off x="1778939" y="10285428"/>
            <a:ext cx="8644538" cy="1641736"/>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lt1"/>
              </a:buClr>
              <a:buSzPts val="2200"/>
              <a:buNone/>
            </a:pPr>
            <a:r>
              <a:rPr lang="en-US"/>
              <a:t>Saudi Agricultural and Livestock Investment Company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9"/>
          <p:cNvSpPr txBox="1"/>
          <p:nvPr>
            <p:ph type="title"/>
          </p:nvPr>
        </p:nvSpPr>
        <p:spPr>
          <a:xfrm>
            <a:off x="1513348" y="9052259"/>
            <a:ext cx="21402600" cy="1383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lt1"/>
              </a:buClr>
              <a:buSzPts val="11000"/>
              <a:buFont typeface="Arial"/>
              <a:buNone/>
            </a:pPr>
            <a:r>
              <a:rPr lang="en-US">
                <a:solidFill>
                  <a:srgbClr val="08305C"/>
                </a:solidFill>
              </a:rPr>
              <a:t>Section title here</a:t>
            </a:r>
            <a:endParaRPr/>
          </a:p>
        </p:txBody>
      </p:sp>
      <p:sp>
        <p:nvSpPr>
          <p:cNvPr id="198" name="Google Shape;198;p9"/>
          <p:cNvSpPr txBox="1"/>
          <p:nvPr>
            <p:ph idx="1" type="body"/>
          </p:nvPr>
        </p:nvSpPr>
        <p:spPr>
          <a:xfrm>
            <a:off x="1513347" y="10753869"/>
            <a:ext cx="21402600" cy="7686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1"/>
              </a:buClr>
              <a:buSzPts val="5400"/>
              <a:buNone/>
            </a:pPr>
            <a:r>
              <a:rPr lang="en-US">
                <a:solidFill>
                  <a:srgbClr val="08305C"/>
                </a:solidFill>
              </a:rPr>
              <a:t>Subtitle here if needed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0"/>
          <p:cNvSpPr txBox="1"/>
          <p:nvPr>
            <p:ph idx="1" type="body"/>
          </p:nvPr>
        </p:nvSpPr>
        <p:spPr>
          <a:xfrm>
            <a:off x="1616865" y="5187820"/>
            <a:ext cx="16369500" cy="3191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lt1"/>
              </a:buClr>
              <a:buSzPts val="8000"/>
              <a:buNone/>
            </a:pPr>
            <a:r>
              <a:rPr lang="en-US"/>
              <a:t>Add your Subsection Title</a:t>
            </a:r>
            <a:endParaRPr/>
          </a:p>
        </p:txBody>
      </p:sp>
      <p:pic>
        <p:nvPicPr>
          <p:cNvPr id="205" name="Google Shape;205;p10"/>
          <p:cNvPicPr preferRelativeResize="0"/>
          <p:nvPr/>
        </p:nvPicPr>
        <p:blipFill rotWithShape="1">
          <a:blip r:embed="rId3">
            <a:alphaModFix/>
          </a:blip>
          <a:srcRect b="0" l="0" r="0" t="0"/>
          <a:stretch/>
        </p:blipFill>
        <p:spPr>
          <a:xfrm>
            <a:off x="13244999" y="7613293"/>
            <a:ext cx="2809875" cy="504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txBox="1"/>
          <p:nvPr>
            <p:ph idx="2" type="body"/>
          </p:nvPr>
        </p:nvSpPr>
        <p:spPr>
          <a:xfrm>
            <a:off x="1186666" y="465157"/>
            <a:ext cx="20156100" cy="798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accent1"/>
              </a:buClr>
              <a:buSzPts val="5600"/>
              <a:buNone/>
            </a:pPr>
            <a:r>
              <a:rPr lang="en-US">
                <a:solidFill>
                  <a:schemeClr val="accent1"/>
                </a:solidFill>
              </a:rPr>
              <a:t>Master Slides</a:t>
            </a:r>
            <a:endParaRPr/>
          </a:p>
        </p:txBody>
      </p:sp>
      <p:sp>
        <p:nvSpPr>
          <p:cNvPr id="212" name="Google Shape;212;p11"/>
          <p:cNvSpPr txBox="1"/>
          <p:nvPr/>
        </p:nvSpPr>
        <p:spPr>
          <a:xfrm>
            <a:off x="2241754" y="6363996"/>
            <a:ext cx="6633900" cy="621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accent1"/>
              </a:buClr>
              <a:buSzPts val="3200"/>
              <a:buFont typeface="Arial"/>
              <a:buNone/>
            </a:pPr>
            <a:r>
              <a:rPr b="0" i="0" lang="en-US" sz="3200">
                <a:solidFill>
                  <a:schemeClr val="accent1"/>
                </a:solidFill>
                <a:latin typeface="Arial"/>
                <a:ea typeface="Arial"/>
                <a:cs typeface="Arial"/>
                <a:sym typeface="Arial"/>
              </a:rPr>
              <a:t>Presentation Cover </a:t>
            </a:r>
            <a:endParaRPr/>
          </a:p>
        </p:txBody>
      </p:sp>
      <p:sp>
        <p:nvSpPr>
          <p:cNvPr id="213" name="Google Shape;213;p11"/>
          <p:cNvSpPr txBox="1"/>
          <p:nvPr/>
        </p:nvSpPr>
        <p:spPr>
          <a:xfrm>
            <a:off x="9187084" y="6363996"/>
            <a:ext cx="6633900" cy="621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accent1"/>
              </a:buClr>
              <a:buSzPts val="3200"/>
              <a:buFont typeface="Arial"/>
              <a:buNone/>
            </a:pPr>
            <a:r>
              <a:rPr b="0" i="0" lang="en-US" sz="3200">
                <a:solidFill>
                  <a:schemeClr val="accent1"/>
                </a:solidFill>
                <a:latin typeface="Arial"/>
                <a:ea typeface="Arial"/>
                <a:cs typeface="Arial"/>
                <a:sym typeface="Arial"/>
              </a:rPr>
              <a:t>Agenda Slide</a:t>
            </a:r>
            <a:endParaRPr/>
          </a:p>
        </p:txBody>
      </p:sp>
      <p:sp>
        <p:nvSpPr>
          <p:cNvPr id="214" name="Google Shape;214;p11"/>
          <p:cNvSpPr txBox="1"/>
          <p:nvPr/>
        </p:nvSpPr>
        <p:spPr>
          <a:xfrm>
            <a:off x="16208320" y="6363996"/>
            <a:ext cx="6633900" cy="621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accent1"/>
              </a:buClr>
              <a:buSzPts val="3200"/>
              <a:buFont typeface="Arial"/>
              <a:buNone/>
            </a:pPr>
            <a:r>
              <a:rPr b="0" i="0" lang="en-US" sz="3200">
                <a:solidFill>
                  <a:schemeClr val="accent1"/>
                </a:solidFill>
                <a:latin typeface="Arial"/>
                <a:ea typeface="Arial"/>
                <a:cs typeface="Arial"/>
                <a:sym typeface="Arial"/>
              </a:rPr>
              <a:t>Section Cover</a:t>
            </a:r>
            <a:endParaRPr/>
          </a:p>
        </p:txBody>
      </p:sp>
      <p:sp>
        <p:nvSpPr>
          <p:cNvPr id="215" name="Google Shape;215;p11"/>
          <p:cNvSpPr txBox="1"/>
          <p:nvPr/>
        </p:nvSpPr>
        <p:spPr>
          <a:xfrm>
            <a:off x="2241754" y="12022827"/>
            <a:ext cx="6633900" cy="621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accent1"/>
              </a:buClr>
              <a:buSzPts val="3200"/>
              <a:buFont typeface="Arial"/>
              <a:buNone/>
            </a:pPr>
            <a:r>
              <a:rPr b="0" i="0" lang="en-US" sz="3200">
                <a:solidFill>
                  <a:schemeClr val="accent1"/>
                </a:solidFill>
                <a:latin typeface="Arial"/>
                <a:ea typeface="Arial"/>
                <a:cs typeface="Arial"/>
                <a:sym typeface="Arial"/>
              </a:rPr>
              <a:t>Sub-Section Cover </a:t>
            </a:r>
            <a:endParaRPr/>
          </a:p>
        </p:txBody>
      </p:sp>
      <p:sp>
        <p:nvSpPr>
          <p:cNvPr id="216" name="Google Shape;216;p11"/>
          <p:cNvSpPr txBox="1"/>
          <p:nvPr/>
        </p:nvSpPr>
        <p:spPr>
          <a:xfrm>
            <a:off x="9187084" y="12022827"/>
            <a:ext cx="6633900" cy="621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accent1"/>
              </a:buClr>
              <a:buSzPts val="3200"/>
              <a:buFont typeface="Arial"/>
              <a:buNone/>
            </a:pPr>
            <a:r>
              <a:rPr b="0" i="0" lang="en-US" sz="3200">
                <a:solidFill>
                  <a:schemeClr val="accent1"/>
                </a:solidFill>
                <a:latin typeface="Arial"/>
                <a:ea typeface="Arial"/>
                <a:cs typeface="Arial"/>
                <a:sym typeface="Arial"/>
              </a:rPr>
              <a:t>Content Slide</a:t>
            </a:r>
            <a:endParaRPr/>
          </a:p>
        </p:txBody>
      </p:sp>
      <p:sp>
        <p:nvSpPr>
          <p:cNvPr id="217" name="Google Shape;217;p11"/>
          <p:cNvSpPr txBox="1"/>
          <p:nvPr/>
        </p:nvSpPr>
        <p:spPr>
          <a:xfrm>
            <a:off x="16208320" y="12022827"/>
            <a:ext cx="6633900" cy="621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accent1"/>
              </a:buClr>
              <a:buSzPts val="3200"/>
              <a:buFont typeface="Arial"/>
              <a:buNone/>
            </a:pPr>
            <a:r>
              <a:rPr b="0" i="0" lang="en-US" sz="3200">
                <a:solidFill>
                  <a:schemeClr val="accent1"/>
                </a:solidFill>
                <a:latin typeface="Arial"/>
                <a:ea typeface="Arial"/>
                <a:cs typeface="Arial"/>
                <a:sym typeface="Arial"/>
              </a:rPr>
              <a:t>Thank You Slide</a:t>
            </a:r>
            <a:endParaRPr/>
          </a:p>
        </p:txBody>
      </p:sp>
      <p:pic>
        <p:nvPicPr>
          <p:cNvPr id="218" name="Google Shape;218;p11"/>
          <p:cNvPicPr preferRelativeResize="0"/>
          <p:nvPr/>
        </p:nvPicPr>
        <p:blipFill rotWithShape="1">
          <a:blip r:embed="rId3">
            <a:alphaModFix/>
          </a:blip>
          <a:srcRect b="0" l="0" r="0" t="0"/>
          <a:stretch/>
        </p:blipFill>
        <p:spPr>
          <a:xfrm>
            <a:off x="16265799" y="8119416"/>
            <a:ext cx="6500864" cy="3656736"/>
          </a:xfrm>
          <a:prstGeom prst="rect">
            <a:avLst/>
          </a:prstGeom>
          <a:noFill/>
          <a:ln cap="flat" cmpd="sng" w="12700">
            <a:solidFill>
              <a:srgbClr val="FFFFFF"/>
            </a:solidFill>
            <a:prstDash val="solid"/>
            <a:round/>
            <a:headEnd len="sm" w="sm" type="none"/>
            <a:tailEnd len="sm" w="sm" type="none"/>
          </a:ln>
          <a:effectLst>
            <a:outerShdw blurRad="546100" rotWithShape="0" algn="t" dir="3000000" dist="165100">
              <a:srgbClr val="000000">
                <a:alpha val="7060"/>
              </a:srgbClr>
            </a:outerShdw>
          </a:effectLst>
        </p:spPr>
      </p:pic>
      <p:pic>
        <p:nvPicPr>
          <p:cNvPr id="219" name="Google Shape;219;p11"/>
          <p:cNvPicPr preferRelativeResize="0"/>
          <p:nvPr/>
        </p:nvPicPr>
        <p:blipFill rotWithShape="1">
          <a:blip r:embed="rId4">
            <a:alphaModFix/>
          </a:blip>
          <a:srcRect b="0" l="0" r="0" t="0"/>
          <a:stretch/>
        </p:blipFill>
        <p:spPr>
          <a:xfrm>
            <a:off x="9320204" y="2481790"/>
            <a:ext cx="6500864" cy="3656736"/>
          </a:xfrm>
          <a:prstGeom prst="rect">
            <a:avLst/>
          </a:prstGeom>
          <a:noFill/>
          <a:ln cap="flat" cmpd="sng" w="12700">
            <a:solidFill>
              <a:srgbClr val="FFFFFF"/>
            </a:solidFill>
            <a:prstDash val="solid"/>
            <a:round/>
            <a:headEnd len="sm" w="sm" type="none"/>
            <a:tailEnd len="sm" w="sm" type="none"/>
          </a:ln>
          <a:effectLst>
            <a:outerShdw blurRad="546100" rotWithShape="0" algn="t" dir="3000000" dist="165100">
              <a:srgbClr val="000000">
                <a:alpha val="7060"/>
              </a:srgbClr>
            </a:outerShdw>
          </a:effectLst>
        </p:spPr>
      </p:pic>
      <p:pic>
        <p:nvPicPr>
          <p:cNvPr id="220" name="Google Shape;220;p11"/>
          <p:cNvPicPr preferRelativeResize="0"/>
          <p:nvPr/>
        </p:nvPicPr>
        <p:blipFill rotWithShape="1">
          <a:blip r:embed="rId5">
            <a:alphaModFix/>
          </a:blip>
          <a:srcRect b="0" l="0" r="0" t="0"/>
          <a:stretch/>
        </p:blipFill>
        <p:spPr>
          <a:xfrm>
            <a:off x="2374875" y="2460586"/>
            <a:ext cx="6500864" cy="3656736"/>
          </a:xfrm>
          <a:prstGeom prst="rect">
            <a:avLst/>
          </a:prstGeom>
          <a:noFill/>
          <a:ln cap="flat" cmpd="sng" w="12700">
            <a:solidFill>
              <a:srgbClr val="FFFFFF"/>
            </a:solidFill>
            <a:prstDash val="solid"/>
            <a:round/>
            <a:headEnd len="sm" w="sm" type="none"/>
            <a:tailEnd len="sm" w="sm" type="none"/>
          </a:ln>
          <a:effectLst>
            <a:outerShdw blurRad="546100" rotWithShape="0" algn="t" dir="3000000" dist="165100">
              <a:srgbClr val="000000">
                <a:alpha val="7060"/>
              </a:srgbClr>
            </a:outerShdw>
          </a:effectLst>
        </p:spPr>
      </p:pic>
      <p:pic>
        <p:nvPicPr>
          <p:cNvPr id="221" name="Google Shape;221;p11"/>
          <p:cNvPicPr preferRelativeResize="0"/>
          <p:nvPr/>
        </p:nvPicPr>
        <p:blipFill rotWithShape="1">
          <a:blip r:embed="rId6">
            <a:alphaModFix/>
          </a:blip>
          <a:srcRect b="0" l="0" r="0" t="0"/>
          <a:stretch/>
        </p:blipFill>
        <p:spPr>
          <a:xfrm>
            <a:off x="16265800" y="2481790"/>
            <a:ext cx="6500864" cy="3656736"/>
          </a:xfrm>
          <a:prstGeom prst="rect">
            <a:avLst/>
          </a:prstGeom>
          <a:noFill/>
          <a:ln>
            <a:noFill/>
          </a:ln>
        </p:spPr>
      </p:pic>
      <p:pic>
        <p:nvPicPr>
          <p:cNvPr id="222" name="Google Shape;222;p11"/>
          <p:cNvPicPr preferRelativeResize="0"/>
          <p:nvPr/>
        </p:nvPicPr>
        <p:blipFill rotWithShape="1">
          <a:blip r:embed="rId7">
            <a:alphaModFix/>
          </a:blip>
          <a:srcRect b="0" l="0" r="0" t="0"/>
          <a:stretch/>
        </p:blipFill>
        <p:spPr>
          <a:xfrm>
            <a:off x="2374608" y="8119416"/>
            <a:ext cx="6500864" cy="3656736"/>
          </a:xfrm>
          <a:prstGeom prst="rect">
            <a:avLst/>
          </a:prstGeom>
          <a:noFill/>
          <a:ln cap="flat" cmpd="sng" w="12700">
            <a:solidFill>
              <a:srgbClr val="FFFFFF"/>
            </a:solidFill>
            <a:prstDash val="solid"/>
            <a:round/>
            <a:headEnd len="sm" w="sm" type="none"/>
            <a:tailEnd len="sm" w="sm" type="none"/>
          </a:ln>
          <a:effectLst>
            <a:outerShdw blurRad="546100" rotWithShape="0" algn="t" dir="3000000" dist="165100">
              <a:srgbClr val="000000">
                <a:alpha val="7060"/>
              </a:srgbClr>
            </a:outerShdw>
          </a:effectLst>
        </p:spPr>
      </p:pic>
      <p:sp>
        <p:nvSpPr>
          <p:cNvPr id="223" name="Google Shape;223;p11"/>
          <p:cNvSpPr txBox="1"/>
          <p:nvPr>
            <p:ph idx="1" type="body"/>
          </p:nvPr>
        </p:nvSpPr>
        <p:spPr>
          <a:xfrm>
            <a:off x="1186666" y="1275899"/>
            <a:ext cx="8644500" cy="408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accent2"/>
              </a:buClr>
              <a:buSzPts val="2800"/>
              <a:buNone/>
            </a:pPr>
            <a:r>
              <a:t/>
            </a:r>
            <a:endParaRPr/>
          </a:p>
        </p:txBody>
      </p:sp>
      <p:pic>
        <p:nvPicPr>
          <p:cNvPr id="224" name="Google Shape;224;p11"/>
          <p:cNvPicPr preferRelativeResize="0"/>
          <p:nvPr/>
        </p:nvPicPr>
        <p:blipFill rotWithShape="1">
          <a:blip r:embed="rId8">
            <a:alphaModFix/>
          </a:blip>
          <a:srcRect b="0" l="0" r="0" t="0"/>
          <a:stretch/>
        </p:blipFill>
        <p:spPr>
          <a:xfrm>
            <a:off x="9320205" y="8119415"/>
            <a:ext cx="6500864" cy="3656736"/>
          </a:xfrm>
          <a:prstGeom prst="rect">
            <a:avLst/>
          </a:prstGeom>
          <a:noFill/>
          <a:ln cap="flat" cmpd="sng" w="12700">
            <a:solidFill>
              <a:srgbClr val="FFFFFF"/>
            </a:solidFill>
            <a:prstDash val="solid"/>
            <a:round/>
            <a:headEnd len="sm" w="sm" type="none"/>
            <a:tailEnd len="sm" w="sm" type="none"/>
          </a:ln>
          <a:effectLst>
            <a:outerShdw blurRad="546100" rotWithShape="0" algn="t" dir="3000000" dist="165100">
              <a:srgbClr val="000000">
                <a:alpha val="706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2"/>
          <p:cNvSpPr txBox="1"/>
          <p:nvPr>
            <p:ph idx="1" type="body"/>
          </p:nvPr>
        </p:nvSpPr>
        <p:spPr>
          <a:xfrm>
            <a:off x="1186666" y="1275899"/>
            <a:ext cx="8644538" cy="40902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accent2"/>
              </a:buClr>
              <a:buSzPts val="2800"/>
              <a:buNone/>
            </a:pPr>
            <a:r>
              <a:t/>
            </a:r>
            <a:endParaRPr/>
          </a:p>
        </p:txBody>
      </p:sp>
      <p:sp>
        <p:nvSpPr>
          <p:cNvPr id="231" name="Google Shape;231;p12"/>
          <p:cNvSpPr txBox="1"/>
          <p:nvPr>
            <p:ph idx="2" type="body"/>
          </p:nvPr>
        </p:nvSpPr>
        <p:spPr>
          <a:xfrm>
            <a:off x="1186666" y="465157"/>
            <a:ext cx="20155958" cy="798539"/>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accent1"/>
              </a:buClr>
              <a:buSzPts val="5600"/>
              <a:buNone/>
            </a:pPr>
            <a:r>
              <a:rPr lang="en-US">
                <a:solidFill>
                  <a:schemeClr val="accent1"/>
                </a:solidFill>
              </a:rPr>
              <a:t>Color Scheme</a:t>
            </a:r>
            <a:endParaRPr/>
          </a:p>
        </p:txBody>
      </p:sp>
      <p:sp>
        <p:nvSpPr>
          <p:cNvPr id="232" name="Google Shape;232;p12"/>
          <p:cNvSpPr txBox="1"/>
          <p:nvPr/>
        </p:nvSpPr>
        <p:spPr>
          <a:xfrm>
            <a:off x="12554202" y="2650893"/>
            <a:ext cx="6801441" cy="6370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1"/>
              </a:buClr>
              <a:buSzPts val="3600"/>
              <a:buFont typeface="Arial"/>
              <a:buNone/>
            </a:pPr>
            <a:r>
              <a:rPr b="0" i="0" lang="en-US" sz="3600">
                <a:solidFill>
                  <a:schemeClr val="accent1"/>
                </a:solidFill>
                <a:latin typeface="Arial"/>
                <a:ea typeface="Arial"/>
                <a:cs typeface="Arial"/>
                <a:sym typeface="Arial"/>
              </a:rPr>
              <a:t>Our Colors</a:t>
            </a:r>
            <a:endParaRPr/>
          </a:p>
        </p:txBody>
      </p:sp>
      <p:sp>
        <p:nvSpPr>
          <p:cNvPr id="233" name="Google Shape;233;p12"/>
          <p:cNvSpPr txBox="1"/>
          <p:nvPr/>
        </p:nvSpPr>
        <p:spPr>
          <a:xfrm>
            <a:off x="1186667" y="2650893"/>
            <a:ext cx="7609253" cy="6370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1"/>
              </a:buClr>
              <a:buSzPts val="3600"/>
              <a:buFont typeface="Arial"/>
              <a:buNone/>
            </a:pPr>
            <a:r>
              <a:rPr b="0" i="0" lang="en-US" sz="3600">
                <a:solidFill>
                  <a:schemeClr val="accent1"/>
                </a:solidFill>
                <a:latin typeface="Arial"/>
                <a:ea typeface="Arial"/>
                <a:cs typeface="Arial"/>
                <a:sym typeface="Arial"/>
              </a:rPr>
              <a:t>Color Use</a:t>
            </a:r>
            <a:endParaRPr/>
          </a:p>
        </p:txBody>
      </p:sp>
      <p:sp>
        <p:nvSpPr>
          <p:cNvPr id="234" name="Google Shape;234;p12"/>
          <p:cNvSpPr txBox="1"/>
          <p:nvPr/>
        </p:nvSpPr>
        <p:spPr>
          <a:xfrm>
            <a:off x="1186666" y="3535505"/>
            <a:ext cx="10010986" cy="8332240"/>
          </a:xfrm>
          <a:prstGeom prst="rect">
            <a:avLst/>
          </a:prstGeom>
          <a:noFill/>
          <a:ln>
            <a:noFill/>
          </a:ln>
        </p:spPr>
        <p:txBody>
          <a:bodyPr anchorCtr="0" anchor="t" bIns="0" lIns="0" spcFirstLastPara="1" rIns="0" wrap="square" tIns="0">
            <a:noAutofit/>
          </a:bodyPr>
          <a:lstStyle/>
          <a:p>
            <a:pPr indent="-457200" lvl="0" marL="457200" marR="0" rtl="0" algn="just">
              <a:lnSpc>
                <a:spcPct val="120000"/>
              </a:lnSpc>
              <a:spcBef>
                <a:spcPts val="0"/>
              </a:spcBef>
              <a:spcAft>
                <a:spcPts val="0"/>
              </a:spcAft>
              <a:buClr>
                <a:schemeClr val="accent1"/>
              </a:buClr>
              <a:buSzPts val="2400"/>
              <a:buFont typeface="Arial"/>
              <a:buAutoNum type="arabicPeriod"/>
            </a:pPr>
            <a:r>
              <a:rPr b="0" i="0" lang="en-US" sz="2400">
                <a:solidFill>
                  <a:schemeClr val="accent1"/>
                </a:solidFill>
                <a:latin typeface="Arial"/>
                <a:ea typeface="Arial"/>
                <a:cs typeface="Arial"/>
                <a:sym typeface="Arial"/>
              </a:rPr>
              <a:t>The PowerPoint template comes with a pre-defined color scheme. Use these colors consistently throughout your presentation to maintain a professional look.</a:t>
            </a:r>
            <a:endParaRPr/>
          </a:p>
          <a:p>
            <a:pPr indent="-457200" lvl="0" marL="457200" marR="0" rtl="0" algn="just">
              <a:lnSpc>
                <a:spcPct val="120000"/>
              </a:lnSpc>
              <a:spcBef>
                <a:spcPts val="2000"/>
              </a:spcBef>
              <a:spcAft>
                <a:spcPts val="0"/>
              </a:spcAft>
              <a:buClr>
                <a:schemeClr val="accent1"/>
              </a:buClr>
              <a:buSzPts val="2400"/>
              <a:buFont typeface="Arial"/>
              <a:buAutoNum type="arabicPeriod"/>
            </a:pPr>
            <a:r>
              <a:rPr b="0" i="0" lang="en-US" sz="2400">
                <a:solidFill>
                  <a:schemeClr val="accent1"/>
                </a:solidFill>
                <a:latin typeface="Arial"/>
                <a:ea typeface="Arial"/>
                <a:cs typeface="Arial"/>
                <a:sym typeface="Arial"/>
              </a:rPr>
              <a:t>The template has a set of colors used in the design. However, Try to use the Dominated Colors as the primary colors throughout your presentation.</a:t>
            </a:r>
            <a:endParaRPr/>
          </a:p>
          <a:p>
            <a:pPr indent="-457200" lvl="0" marL="457200" marR="0" rtl="0" algn="just">
              <a:lnSpc>
                <a:spcPct val="120000"/>
              </a:lnSpc>
              <a:spcBef>
                <a:spcPts val="2000"/>
              </a:spcBef>
              <a:spcAft>
                <a:spcPts val="0"/>
              </a:spcAft>
              <a:buClr>
                <a:schemeClr val="accent1"/>
              </a:buClr>
              <a:buSzPts val="2400"/>
              <a:buFont typeface="Arial"/>
              <a:buAutoNum type="arabicPeriod"/>
            </a:pPr>
            <a:r>
              <a:rPr b="0" i="0" lang="en-US" sz="2400">
                <a:solidFill>
                  <a:schemeClr val="accent1"/>
                </a:solidFill>
                <a:latin typeface="Arial"/>
                <a:ea typeface="Arial"/>
                <a:cs typeface="Arial"/>
                <a:sym typeface="Arial"/>
              </a:rPr>
              <a:t>If additional colors are needed, use the supporting colors provided. These colors should complement the dominant colors and be used sparingly.</a:t>
            </a:r>
            <a:endParaRPr/>
          </a:p>
          <a:p>
            <a:pPr indent="-457200" lvl="0" marL="457200" marR="0" rtl="0" algn="just">
              <a:lnSpc>
                <a:spcPct val="120000"/>
              </a:lnSpc>
              <a:spcBef>
                <a:spcPts val="2000"/>
              </a:spcBef>
              <a:spcAft>
                <a:spcPts val="0"/>
              </a:spcAft>
              <a:buClr>
                <a:schemeClr val="accent1"/>
              </a:buClr>
              <a:buSzPts val="2400"/>
              <a:buFont typeface="Arial"/>
              <a:buAutoNum type="arabicPeriod"/>
            </a:pPr>
            <a:r>
              <a:rPr b="0" i="0" lang="en-US" sz="2400">
                <a:solidFill>
                  <a:schemeClr val="accent1"/>
                </a:solidFill>
                <a:latin typeface="Arial"/>
                <a:ea typeface="Arial"/>
                <a:cs typeface="Arial"/>
                <a:sym typeface="Arial"/>
              </a:rPr>
              <a:t>If there is something in your presentation that needs to stand out or be explained, use an "explainer" color that complements the dominant colors but doesn't clash with them. Use this color sparingly and only when necessary</a:t>
            </a:r>
            <a:endParaRPr/>
          </a:p>
        </p:txBody>
      </p:sp>
      <p:sp>
        <p:nvSpPr>
          <p:cNvPr id="235" name="Google Shape;235;p12"/>
          <p:cNvSpPr txBox="1"/>
          <p:nvPr/>
        </p:nvSpPr>
        <p:spPr>
          <a:xfrm>
            <a:off x="12554202" y="3992946"/>
            <a:ext cx="2776589" cy="608192"/>
          </a:xfrm>
          <a:prstGeom prst="rect">
            <a:avLst/>
          </a:prstGeom>
          <a:noFill/>
          <a:ln>
            <a:noFill/>
          </a:ln>
        </p:spPr>
        <p:txBody>
          <a:bodyPr anchorCtr="0" anchor="t" bIns="0" lIns="0" spcFirstLastPara="1" rIns="0" wrap="square" tIns="0">
            <a:noAutofit/>
          </a:bodyPr>
          <a:lstStyle/>
          <a:p>
            <a:pPr indent="0" lvl="0" marL="0" marR="0" rtl="0" algn="just">
              <a:lnSpc>
                <a:spcPct val="120000"/>
              </a:lnSpc>
              <a:spcBef>
                <a:spcPts val="0"/>
              </a:spcBef>
              <a:spcAft>
                <a:spcPts val="0"/>
              </a:spcAft>
              <a:buClr>
                <a:schemeClr val="accent1"/>
              </a:buClr>
              <a:buSzPts val="2400"/>
              <a:buFont typeface="Arial"/>
              <a:buNone/>
            </a:pPr>
            <a:r>
              <a:rPr b="0" i="0" lang="en-US" sz="2400">
                <a:solidFill>
                  <a:schemeClr val="accent1"/>
                </a:solidFill>
                <a:latin typeface="Arial"/>
                <a:ea typeface="Arial"/>
                <a:cs typeface="Arial"/>
                <a:sym typeface="Arial"/>
              </a:rPr>
              <a:t>Background Color</a:t>
            </a:r>
            <a:endParaRPr/>
          </a:p>
        </p:txBody>
      </p:sp>
      <p:sp>
        <p:nvSpPr>
          <p:cNvPr descr="preencoded.png" id="236" name="Google Shape;236;p12"/>
          <p:cNvSpPr/>
          <p:nvPr/>
        </p:nvSpPr>
        <p:spPr>
          <a:xfrm>
            <a:off x="18049656" y="3590269"/>
            <a:ext cx="2451898" cy="1218154"/>
          </a:xfrm>
          <a:prstGeom prst="rect">
            <a:avLst/>
          </a:prstGeom>
          <a:solidFill>
            <a:srgbClr val="FFFFFF"/>
          </a:solidFill>
          <a:ln cap="flat" cmpd="sng" w="10575">
            <a:solidFill>
              <a:schemeClr val="accent6"/>
            </a:solidFill>
            <a:prstDash val="solid"/>
            <a:miter lim="8000"/>
            <a:headEnd len="sm" w="sm" type="none"/>
            <a:tailEnd len="sm" w="sm" type="none"/>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lang="en-US" sz="1600">
                <a:solidFill>
                  <a:srgbClr val="0B4D89"/>
                </a:solidFill>
                <a:latin typeface="Arial"/>
                <a:ea typeface="Arial"/>
                <a:cs typeface="Arial"/>
                <a:sym typeface="Arial"/>
              </a:rPr>
              <a:t>WHITE </a:t>
            </a:r>
            <a:endParaRPr/>
          </a:p>
          <a:p>
            <a:pPr indent="0" lvl="0" marL="0" marR="0" rtl="1" algn="l">
              <a:lnSpc>
                <a:spcPct val="150000"/>
              </a:lnSpc>
              <a:spcBef>
                <a:spcPts val="0"/>
              </a:spcBef>
              <a:spcAft>
                <a:spcPts val="0"/>
              </a:spcAft>
              <a:buNone/>
            </a:pPr>
            <a:r>
              <a:rPr b="0" i="0" lang="en-US" sz="1200">
                <a:solidFill>
                  <a:srgbClr val="0B4D89"/>
                </a:solidFill>
                <a:latin typeface="Arial"/>
                <a:ea typeface="Arial"/>
                <a:cs typeface="Arial"/>
                <a:sym typeface="Arial"/>
              </a:rPr>
              <a:t>HEX FFFFFF </a:t>
            </a:r>
            <a:endParaRPr/>
          </a:p>
          <a:p>
            <a:pPr indent="0" lvl="0" marL="0" marR="0" rtl="1" algn="l">
              <a:lnSpc>
                <a:spcPct val="150000"/>
              </a:lnSpc>
              <a:spcBef>
                <a:spcPts val="0"/>
              </a:spcBef>
              <a:spcAft>
                <a:spcPts val="0"/>
              </a:spcAft>
              <a:buNone/>
            </a:pPr>
            <a:r>
              <a:rPr b="0" i="0" lang="en-US" sz="1200">
                <a:solidFill>
                  <a:srgbClr val="0B4D89"/>
                </a:solidFill>
                <a:latin typeface="Arial"/>
                <a:ea typeface="Arial"/>
                <a:cs typeface="Arial"/>
                <a:sym typeface="Arial"/>
              </a:rPr>
              <a:t>RGB (255, 255, 255) </a:t>
            </a:r>
            <a:endParaRPr/>
          </a:p>
          <a:p>
            <a:pPr indent="0" lvl="0" marL="0" marR="0" rtl="1" algn="l">
              <a:lnSpc>
                <a:spcPct val="150000"/>
              </a:lnSpc>
              <a:spcBef>
                <a:spcPts val="0"/>
              </a:spcBef>
              <a:spcAft>
                <a:spcPts val="0"/>
              </a:spcAft>
              <a:buNone/>
            </a:pPr>
            <a:r>
              <a:t/>
            </a:r>
            <a:endParaRPr sz="1100">
              <a:solidFill>
                <a:srgbClr val="0B4D89"/>
              </a:solidFill>
              <a:latin typeface="Arial"/>
              <a:ea typeface="Arial"/>
              <a:cs typeface="Arial"/>
              <a:sym typeface="Arial"/>
            </a:endParaRPr>
          </a:p>
        </p:txBody>
      </p:sp>
      <p:sp>
        <p:nvSpPr>
          <p:cNvPr descr="preencoded.png" id="237" name="Google Shape;237;p12"/>
          <p:cNvSpPr/>
          <p:nvPr/>
        </p:nvSpPr>
        <p:spPr>
          <a:xfrm>
            <a:off x="15343145" y="5064527"/>
            <a:ext cx="2451898" cy="1218154"/>
          </a:xfrm>
          <a:prstGeom prst="rect">
            <a:avLst/>
          </a:prstGeom>
          <a:solidFill>
            <a:schemeClr val="accent1"/>
          </a:solidFill>
          <a:ln>
            <a:noFill/>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b="0" i="0" lang="en-US" sz="1600">
                <a:solidFill>
                  <a:schemeClr val="lt1"/>
                </a:solidFill>
                <a:latin typeface="Arial"/>
                <a:ea typeface="Arial"/>
                <a:cs typeface="Arial"/>
                <a:sym typeface="Arial"/>
              </a:rPr>
              <a:t>NAVY</a:t>
            </a:r>
            <a:endParaRPr/>
          </a:p>
          <a:p>
            <a:pPr indent="0" lvl="0" marL="0" marR="0" rtl="1" algn="l">
              <a:lnSpc>
                <a:spcPct val="150000"/>
              </a:lnSpc>
              <a:spcBef>
                <a:spcPts val="0"/>
              </a:spcBef>
              <a:spcAft>
                <a:spcPts val="0"/>
              </a:spcAft>
              <a:buNone/>
            </a:pPr>
            <a:r>
              <a:rPr b="0" i="0" lang="en-US" sz="1200">
                <a:solidFill>
                  <a:schemeClr val="lt1"/>
                </a:solidFill>
                <a:latin typeface="Arial"/>
                <a:ea typeface="Arial"/>
                <a:cs typeface="Arial"/>
                <a:sym typeface="Arial"/>
              </a:rPr>
              <a:t>HEX 0B4D89 </a:t>
            </a:r>
            <a:endParaRPr/>
          </a:p>
          <a:p>
            <a:pPr indent="0" lvl="0" marL="0" marR="0" rtl="1" algn="l">
              <a:lnSpc>
                <a:spcPct val="150000"/>
              </a:lnSpc>
              <a:spcBef>
                <a:spcPts val="0"/>
              </a:spcBef>
              <a:spcAft>
                <a:spcPts val="0"/>
              </a:spcAft>
              <a:buNone/>
            </a:pPr>
            <a:r>
              <a:rPr b="0" i="0" lang="en-US" sz="1200">
                <a:solidFill>
                  <a:schemeClr val="lt1"/>
                </a:solidFill>
                <a:latin typeface="Arial"/>
                <a:ea typeface="Arial"/>
                <a:cs typeface="Arial"/>
                <a:sym typeface="Arial"/>
              </a:rPr>
              <a:t>RGB(11,77, 137) </a:t>
            </a:r>
            <a:endParaRPr/>
          </a:p>
        </p:txBody>
      </p:sp>
      <p:sp>
        <p:nvSpPr>
          <p:cNvPr descr="preencoded.png" id="238" name="Google Shape;238;p12"/>
          <p:cNvSpPr/>
          <p:nvPr/>
        </p:nvSpPr>
        <p:spPr>
          <a:xfrm>
            <a:off x="15330790" y="8940362"/>
            <a:ext cx="2451898" cy="1218154"/>
          </a:xfrm>
          <a:prstGeom prst="rect">
            <a:avLst/>
          </a:prstGeom>
          <a:solidFill>
            <a:srgbClr val="339BD6"/>
          </a:solidFill>
          <a:ln>
            <a:noFill/>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lang="en-US" sz="1600">
                <a:solidFill>
                  <a:schemeClr val="lt1"/>
                </a:solidFill>
                <a:latin typeface="Arial"/>
                <a:ea typeface="Arial"/>
                <a:cs typeface="Arial"/>
                <a:sym typeface="Arial"/>
              </a:rPr>
              <a:t>SKY BLUE </a:t>
            </a:r>
            <a:endParaRPr/>
          </a:p>
          <a:p>
            <a:pPr indent="0" lvl="0" marL="0" marR="0" rtl="1" algn="l">
              <a:lnSpc>
                <a:spcPct val="150000"/>
              </a:lnSpc>
              <a:spcBef>
                <a:spcPts val="0"/>
              </a:spcBef>
              <a:spcAft>
                <a:spcPts val="0"/>
              </a:spcAft>
              <a:buNone/>
            </a:pPr>
            <a:r>
              <a:rPr lang="en-US" sz="1200">
                <a:solidFill>
                  <a:schemeClr val="lt1"/>
                </a:solidFill>
                <a:latin typeface="Arial"/>
                <a:ea typeface="Arial"/>
                <a:cs typeface="Arial"/>
                <a:sym typeface="Arial"/>
              </a:rPr>
              <a:t>HEX 339BD6 </a:t>
            </a:r>
            <a:endParaRPr/>
          </a:p>
          <a:p>
            <a:pPr indent="0" lvl="0" marL="0" marR="0" rtl="1" algn="l">
              <a:lnSpc>
                <a:spcPct val="150000"/>
              </a:lnSpc>
              <a:spcBef>
                <a:spcPts val="0"/>
              </a:spcBef>
              <a:spcAft>
                <a:spcPts val="0"/>
              </a:spcAft>
              <a:buNone/>
            </a:pPr>
            <a:r>
              <a:rPr lang="en-US" sz="1200">
                <a:solidFill>
                  <a:schemeClr val="lt1"/>
                </a:solidFill>
                <a:latin typeface="Arial"/>
                <a:ea typeface="Arial"/>
                <a:cs typeface="Arial"/>
                <a:sym typeface="Arial"/>
              </a:rPr>
              <a:t>RGB (51,155, 214) </a:t>
            </a:r>
            <a:endParaRPr/>
          </a:p>
        </p:txBody>
      </p:sp>
      <p:sp>
        <p:nvSpPr>
          <p:cNvPr descr="preencoded.png" id="239" name="Google Shape;239;p12"/>
          <p:cNvSpPr/>
          <p:nvPr/>
        </p:nvSpPr>
        <p:spPr>
          <a:xfrm>
            <a:off x="18049656" y="5064527"/>
            <a:ext cx="2451898" cy="1218154"/>
          </a:xfrm>
          <a:prstGeom prst="rect">
            <a:avLst/>
          </a:prstGeom>
          <a:solidFill>
            <a:schemeClr val="accent2"/>
          </a:solidFill>
          <a:ln>
            <a:noFill/>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b="0" i="0" lang="en-US" sz="1600">
                <a:solidFill>
                  <a:schemeClr val="lt1"/>
                </a:solidFill>
                <a:latin typeface="Arial"/>
                <a:ea typeface="Arial"/>
                <a:cs typeface="Arial"/>
                <a:sym typeface="Arial"/>
              </a:rPr>
              <a:t>GREEN </a:t>
            </a:r>
            <a:endParaRPr/>
          </a:p>
          <a:p>
            <a:pPr indent="0" lvl="0" marL="0" marR="0" rtl="1" algn="l">
              <a:lnSpc>
                <a:spcPct val="150000"/>
              </a:lnSpc>
              <a:spcBef>
                <a:spcPts val="0"/>
              </a:spcBef>
              <a:spcAft>
                <a:spcPts val="0"/>
              </a:spcAft>
              <a:buNone/>
            </a:pPr>
            <a:r>
              <a:rPr b="0" i="0" lang="en-US" sz="1200">
                <a:solidFill>
                  <a:schemeClr val="lt1"/>
                </a:solidFill>
                <a:latin typeface="Arial"/>
                <a:ea typeface="Arial"/>
                <a:cs typeface="Arial"/>
                <a:sym typeface="Arial"/>
              </a:rPr>
              <a:t>HEX 2A7C62 </a:t>
            </a:r>
            <a:endParaRPr/>
          </a:p>
          <a:p>
            <a:pPr indent="0" lvl="0" marL="0" marR="0" rtl="1" algn="l">
              <a:lnSpc>
                <a:spcPct val="150000"/>
              </a:lnSpc>
              <a:spcBef>
                <a:spcPts val="0"/>
              </a:spcBef>
              <a:spcAft>
                <a:spcPts val="0"/>
              </a:spcAft>
              <a:buNone/>
            </a:pPr>
            <a:r>
              <a:rPr b="0" i="0" lang="en-US" sz="1200">
                <a:solidFill>
                  <a:schemeClr val="lt1"/>
                </a:solidFill>
                <a:latin typeface="Arial"/>
                <a:ea typeface="Arial"/>
                <a:cs typeface="Arial"/>
                <a:sym typeface="Arial"/>
              </a:rPr>
              <a:t>RGB(42, 124, 98) </a:t>
            </a:r>
            <a:endParaRPr/>
          </a:p>
        </p:txBody>
      </p:sp>
      <p:sp>
        <p:nvSpPr>
          <p:cNvPr descr="preencoded.png" id="240" name="Google Shape;240;p12"/>
          <p:cNvSpPr/>
          <p:nvPr/>
        </p:nvSpPr>
        <p:spPr>
          <a:xfrm>
            <a:off x="15343146" y="7460555"/>
            <a:ext cx="2451897" cy="1218154"/>
          </a:xfrm>
          <a:prstGeom prst="rect">
            <a:avLst/>
          </a:prstGeom>
          <a:solidFill>
            <a:schemeClr val="accent3"/>
          </a:solidFill>
          <a:ln>
            <a:noFill/>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lang="en-US" sz="1600">
                <a:solidFill>
                  <a:srgbClr val="0B4D89"/>
                </a:solidFill>
                <a:latin typeface="Arial"/>
                <a:ea typeface="Arial"/>
                <a:cs typeface="Arial"/>
                <a:sym typeface="Arial"/>
              </a:rPr>
              <a:t>LIGHT GREEN </a:t>
            </a:r>
            <a:endParaRPr/>
          </a:p>
          <a:p>
            <a:pPr indent="0" lvl="0" marL="0" marR="0" rtl="1" algn="l">
              <a:lnSpc>
                <a:spcPct val="150000"/>
              </a:lnSpc>
              <a:spcBef>
                <a:spcPts val="0"/>
              </a:spcBef>
              <a:spcAft>
                <a:spcPts val="0"/>
              </a:spcAft>
              <a:buNone/>
            </a:pPr>
            <a:r>
              <a:rPr lang="en-US" sz="1200">
                <a:solidFill>
                  <a:srgbClr val="0B4D89"/>
                </a:solidFill>
                <a:latin typeface="Arial"/>
                <a:ea typeface="Arial"/>
                <a:cs typeface="Arial"/>
                <a:sym typeface="Arial"/>
              </a:rPr>
              <a:t>HEX A4D5AD </a:t>
            </a:r>
            <a:endParaRPr/>
          </a:p>
          <a:p>
            <a:pPr indent="0" lvl="0" marL="0" marR="0" rtl="1" algn="l">
              <a:lnSpc>
                <a:spcPct val="150000"/>
              </a:lnSpc>
              <a:spcBef>
                <a:spcPts val="0"/>
              </a:spcBef>
              <a:spcAft>
                <a:spcPts val="0"/>
              </a:spcAft>
              <a:buNone/>
            </a:pPr>
            <a:r>
              <a:rPr lang="en-US" sz="1200">
                <a:solidFill>
                  <a:srgbClr val="0B4D89"/>
                </a:solidFill>
                <a:latin typeface="Arial"/>
                <a:ea typeface="Arial"/>
                <a:cs typeface="Arial"/>
                <a:sym typeface="Arial"/>
              </a:rPr>
              <a:t>RGB (164, 213, 173) </a:t>
            </a:r>
            <a:endParaRPr/>
          </a:p>
        </p:txBody>
      </p:sp>
      <p:sp>
        <p:nvSpPr>
          <p:cNvPr descr="preencoded.png" id="241" name="Google Shape;241;p12"/>
          <p:cNvSpPr/>
          <p:nvPr/>
        </p:nvSpPr>
        <p:spPr>
          <a:xfrm>
            <a:off x="18049656" y="8940363"/>
            <a:ext cx="2451898" cy="1218154"/>
          </a:xfrm>
          <a:prstGeom prst="rect">
            <a:avLst/>
          </a:prstGeom>
          <a:solidFill>
            <a:schemeClr val="accent6"/>
          </a:solidFill>
          <a:ln>
            <a:noFill/>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lang="en-US" sz="1600">
                <a:solidFill>
                  <a:schemeClr val="accent1"/>
                </a:solidFill>
                <a:latin typeface="Arial"/>
                <a:ea typeface="Arial"/>
                <a:cs typeface="Arial"/>
                <a:sym typeface="Arial"/>
              </a:rPr>
              <a:t>LIGHT BLUE </a:t>
            </a:r>
            <a:endParaRPr/>
          </a:p>
          <a:p>
            <a:pPr indent="0" lvl="0" marL="0" marR="0" rtl="1" algn="l">
              <a:lnSpc>
                <a:spcPct val="150000"/>
              </a:lnSpc>
              <a:spcBef>
                <a:spcPts val="0"/>
              </a:spcBef>
              <a:spcAft>
                <a:spcPts val="0"/>
              </a:spcAft>
              <a:buNone/>
            </a:pPr>
            <a:r>
              <a:rPr lang="en-US" sz="1200">
                <a:solidFill>
                  <a:schemeClr val="accent1"/>
                </a:solidFill>
                <a:latin typeface="Arial"/>
                <a:ea typeface="Arial"/>
                <a:cs typeface="Arial"/>
                <a:sym typeface="Arial"/>
              </a:rPr>
              <a:t>HEX EBF5FB</a:t>
            </a:r>
            <a:endParaRPr/>
          </a:p>
          <a:p>
            <a:pPr indent="0" lvl="0" marL="0" marR="0" rtl="1" algn="l">
              <a:lnSpc>
                <a:spcPct val="150000"/>
              </a:lnSpc>
              <a:spcBef>
                <a:spcPts val="0"/>
              </a:spcBef>
              <a:spcAft>
                <a:spcPts val="0"/>
              </a:spcAft>
              <a:buNone/>
            </a:pPr>
            <a:r>
              <a:rPr lang="en-US" sz="1200">
                <a:solidFill>
                  <a:schemeClr val="accent1"/>
                </a:solidFill>
                <a:latin typeface="Arial"/>
                <a:ea typeface="Arial"/>
                <a:cs typeface="Arial"/>
                <a:sym typeface="Arial"/>
              </a:rPr>
              <a:t>RGB (235, 245, 251)</a:t>
            </a:r>
            <a:endParaRPr/>
          </a:p>
        </p:txBody>
      </p:sp>
      <p:sp>
        <p:nvSpPr>
          <p:cNvPr descr="preencoded.png" id="242" name="Google Shape;242;p12"/>
          <p:cNvSpPr/>
          <p:nvPr/>
        </p:nvSpPr>
        <p:spPr>
          <a:xfrm>
            <a:off x="15330791" y="3590269"/>
            <a:ext cx="2451898" cy="1218154"/>
          </a:xfrm>
          <a:prstGeom prst="rect">
            <a:avLst/>
          </a:prstGeom>
          <a:solidFill>
            <a:schemeClr val="dk1"/>
          </a:solidFill>
          <a:ln cap="flat" cmpd="sng" w="10575">
            <a:solidFill>
              <a:schemeClr val="accent6"/>
            </a:solidFill>
            <a:prstDash val="solid"/>
            <a:miter lim="8000"/>
            <a:headEnd len="sm" w="sm" type="none"/>
            <a:tailEnd len="sm" w="sm" type="none"/>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lang="en-US" sz="1600">
                <a:solidFill>
                  <a:schemeClr val="lt1"/>
                </a:solidFill>
                <a:latin typeface="Arial"/>
                <a:ea typeface="Arial"/>
                <a:cs typeface="Arial"/>
                <a:sym typeface="Arial"/>
              </a:rPr>
              <a:t>DARK NAVY </a:t>
            </a:r>
            <a:endParaRPr/>
          </a:p>
          <a:p>
            <a:pPr indent="0" lvl="0" marL="0" marR="0" rtl="1" algn="l">
              <a:lnSpc>
                <a:spcPct val="150000"/>
              </a:lnSpc>
              <a:spcBef>
                <a:spcPts val="0"/>
              </a:spcBef>
              <a:spcAft>
                <a:spcPts val="0"/>
              </a:spcAft>
              <a:buNone/>
            </a:pPr>
            <a:r>
              <a:rPr b="0" i="0" lang="en-US" sz="1200">
                <a:solidFill>
                  <a:schemeClr val="lt1"/>
                </a:solidFill>
                <a:latin typeface="Arial"/>
                <a:ea typeface="Arial"/>
                <a:cs typeface="Arial"/>
                <a:sym typeface="Arial"/>
              </a:rPr>
              <a:t>HEX 08305C</a:t>
            </a:r>
            <a:endParaRPr/>
          </a:p>
          <a:p>
            <a:pPr indent="0" lvl="0" marL="0" marR="0" rtl="1" algn="l">
              <a:lnSpc>
                <a:spcPct val="150000"/>
              </a:lnSpc>
              <a:spcBef>
                <a:spcPts val="0"/>
              </a:spcBef>
              <a:spcAft>
                <a:spcPts val="0"/>
              </a:spcAft>
              <a:buNone/>
            </a:pPr>
            <a:r>
              <a:rPr b="0" i="0" lang="en-US" sz="1200">
                <a:solidFill>
                  <a:schemeClr val="lt1"/>
                </a:solidFill>
                <a:latin typeface="Arial"/>
                <a:ea typeface="Arial"/>
                <a:cs typeface="Arial"/>
                <a:sym typeface="Arial"/>
              </a:rPr>
              <a:t>RGB (255, 255, 255) </a:t>
            </a:r>
            <a:endParaRPr/>
          </a:p>
        </p:txBody>
      </p:sp>
      <p:sp>
        <p:nvSpPr>
          <p:cNvPr descr="preencoded.png" id="243" name="Google Shape;243;p12"/>
          <p:cNvSpPr/>
          <p:nvPr/>
        </p:nvSpPr>
        <p:spPr>
          <a:xfrm>
            <a:off x="20768518" y="5064527"/>
            <a:ext cx="2301344" cy="1218154"/>
          </a:xfrm>
          <a:prstGeom prst="rect">
            <a:avLst/>
          </a:prstGeom>
          <a:solidFill>
            <a:srgbClr val="FFFFFF"/>
          </a:solidFill>
          <a:ln cap="flat" cmpd="sng" w="10575">
            <a:solidFill>
              <a:schemeClr val="accent6"/>
            </a:solidFill>
            <a:prstDash val="solid"/>
            <a:miter lim="8000"/>
            <a:headEnd len="sm" w="sm" type="none"/>
            <a:tailEnd len="sm" w="sm" type="none"/>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lang="en-US" sz="1600">
                <a:solidFill>
                  <a:srgbClr val="0B4D89"/>
                </a:solidFill>
                <a:latin typeface="Arial"/>
                <a:ea typeface="Arial"/>
                <a:cs typeface="Arial"/>
                <a:sym typeface="Arial"/>
              </a:rPr>
              <a:t>WHITE </a:t>
            </a:r>
            <a:endParaRPr/>
          </a:p>
          <a:p>
            <a:pPr indent="0" lvl="0" marL="0" marR="0" rtl="1" algn="l">
              <a:lnSpc>
                <a:spcPct val="150000"/>
              </a:lnSpc>
              <a:spcBef>
                <a:spcPts val="0"/>
              </a:spcBef>
              <a:spcAft>
                <a:spcPts val="0"/>
              </a:spcAft>
              <a:buNone/>
            </a:pPr>
            <a:r>
              <a:rPr b="0" i="0" lang="en-US" sz="1200">
                <a:solidFill>
                  <a:srgbClr val="0B4D89"/>
                </a:solidFill>
                <a:latin typeface="Arial"/>
                <a:ea typeface="Arial"/>
                <a:cs typeface="Arial"/>
                <a:sym typeface="Arial"/>
              </a:rPr>
              <a:t>HEX FFFFFF </a:t>
            </a:r>
            <a:endParaRPr/>
          </a:p>
          <a:p>
            <a:pPr indent="0" lvl="0" marL="0" marR="0" rtl="1" algn="l">
              <a:lnSpc>
                <a:spcPct val="150000"/>
              </a:lnSpc>
              <a:spcBef>
                <a:spcPts val="0"/>
              </a:spcBef>
              <a:spcAft>
                <a:spcPts val="0"/>
              </a:spcAft>
              <a:buNone/>
            </a:pPr>
            <a:r>
              <a:rPr b="0" i="0" lang="en-US" sz="1200">
                <a:solidFill>
                  <a:srgbClr val="0B4D89"/>
                </a:solidFill>
                <a:latin typeface="Arial"/>
                <a:ea typeface="Arial"/>
                <a:cs typeface="Arial"/>
                <a:sym typeface="Arial"/>
              </a:rPr>
              <a:t>RGB (255, 255, 255) </a:t>
            </a:r>
            <a:endParaRPr/>
          </a:p>
          <a:p>
            <a:pPr indent="0" lvl="0" marL="0" marR="0" rtl="1" algn="l">
              <a:lnSpc>
                <a:spcPct val="150000"/>
              </a:lnSpc>
              <a:spcBef>
                <a:spcPts val="0"/>
              </a:spcBef>
              <a:spcAft>
                <a:spcPts val="0"/>
              </a:spcAft>
              <a:buNone/>
            </a:pPr>
            <a:r>
              <a:t/>
            </a:r>
            <a:endParaRPr sz="1100">
              <a:solidFill>
                <a:srgbClr val="0B4D89"/>
              </a:solidFill>
              <a:latin typeface="Arial"/>
              <a:ea typeface="Arial"/>
              <a:cs typeface="Arial"/>
              <a:sym typeface="Arial"/>
            </a:endParaRPr>
          </a:p>
        </p:txBody>
      </p:sp>
      <p:sp>
        <p:nvSpPr>
          <p:cNvPr id="244" name="Google Shape;244;p12"/>
          <p:cNvSpPr txBox="1"/>
          <p:nvPr/>
        </p:nvSpPr>
        <p:spPr>
          <a:xfrm>
            <a:off x="12554202" y="5398046"/>
            <a:ext cx="2776589" cy="608192"/>
          </a:xfrm>
          <a:prstGeom prst="rect">
            <a:avLst/>
          </a:prstGeom>
          <a:noFill/>
          <a:ln>
            <a:noFill/>
          </a:ln>
        </p:spPr>
        <p:txBody>
          <a:bodyPr anchorCtr="0" anchor="t" bIns="0" lIns="0" spcFirstLastPara="1" rIns="0" wrap="square" tIns="0">
            <a:noAutofit/>
          </a:bodyPr>
          <a:lstStyle/>
          <a:p>
            <a:pPr indent="0" lvl="0" marL="0" marR="0" rtl="0" algn="just">
              <a:lnSpc>
                <a:spcPct val="120000"/>
              </a:lnSpc>
              <a:spcBef>
                <a:spcPts val="0"/>
              </a:spcBef>
              <a:spcAft>
                <a:spcPts val="0"/>
              </a:spcAft>
              <a:buClr>
                <a:schemeClr val="accent1"/>
              </a:buClr>
              <a:buSzPts val="2400"/>
              <a:buFont typeface="Arial"/>
              <a:buNone/>
            </a:pPr>
            <a:r>
              <a:rPr b="0" i="0" lang="en-US" sz="2400">
                <a:solidFill>
                  <a:schemeClr val="accent1"/>
                </a:solidFill>
                <a:latin typeface="Arial"/>
                <a:ea typeface="Arial"/>
                <a:cs typeface="Arial"/>
                <a:sym typeface="Arial"/>
              </a:rPr>
              <a:t>Dominated Colors</a:t>
            </a:r>
            <a:endParaRPr/>
          </a:p>
        </p:txBody>
      </p:sp>
      <p:sp>
        <p:nvSpPr>
          <p:cNvPr id="245" name="Google Shape;245;p12"/>
          <p:cNvSpPr txBox="1"/>
          <p:nvPr/>
        </p:nvSpPr>
        <p:spPr>
          <a:xfrm>
            <a:off x="12566557" y="7721765"/>
            <a:ext cx="2776589" cy="608192"/>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chemeClr val="accent1"/>
              </a:buClr>
              <a:buSzPts val="2400"/>
              <a:buFont typeface="Arial"/>
              <a:buNone/>
            </a:pPr>
            <a:r>
              <a:rPr b="0" i="0" lang="en-US" sz="2400">
                <a:solidFill>
                  <a:schemeClr val="accent1"/>
                </a:solidFill>
                <a:latin typeface="Arial"/>
                <a:ea typeface="Arial"/>
                <a:cs typeface="Arial"/>
                <a:sym typeface="Arial"/>
              </a:rPr>
              <a:t>Supporting Colors</a:t>
            </a:r>
            <a:endParaRPr/>
          </a:p>
          <a:p>
            <a:pPr indent="0" lvl="0" marL="0" marR="0" rtl="0" algn="just">
              <a:lnSpc>
                <a:spcPct val="100000"/>
              </a:lnSpc>
              <a:spcBef>
                <a:spcPts val="1200"/>
              </a:spcBef>
              <a:spcAft>
                <a:spcPts val="0"/>
              </a:spcAft>
              <a:buClr>
                <a:schemeClr val="accent1"/>
              </a:buClr>
              <a:buSzPts val="2000"/>
              <a:buFont typeface="Arial"/>
              <a:buNone/>
            </a:pPr>
            <a:r>
              <a:rPr b="0" i="0" lang="en-US" sz="2000">
                <a:solidFill>
                  <a:schemeClr val="accent1"/>
                </a:solidFill>
                <a:latin typeface="Arial"/>
                <a:ea typeface="Arial"/>
                <a:cs typeface="Arial"/>
                <a:sym typeface="Arial"/>
              </a:rPr>
              <a:t>Priority 1</a:t>
            </a:r>
            <a:endParaRPr/>
          </a:p>
        </p:txBody>
      </p:sp>
      <p:sp>
        <p:nvSpPr>
          <p:cNvPr descr="preencoded.png" id="246" name="Google Shape;246;p12"/>
          <p:cNvSpPr/>
          <p:nvPr/>
        </p:nvSpPr>
        <p:spPr>
          <a:xfrm>
            <a:off x="18062011" y="7460555"/>
            <a:ext cx="2451897" cy="1218154"/>
          </a:xfrm>
          <a:prstGeom prst="rect">
            <a:avLst/>
          </a:prstGeom>
          <a:solidFill>
            <a:schemeClr val="accent5"/>
          </a:solidFill>
          <a:ln>
            <a:noFill/>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lang="en-US" sz="1600">
                <a:solidFill>
                  <a:srgbClr val="0B4D89"/>
                </a:solidFill>
                <a:latin typeface="Arial"/>
                <a:ea typeface="Arial"/>
                <a:cs typeface="Arial"/>
                <a:sym typeface="Arial"/>
              </a:rPr>
              <a:t>LIGHT GREEN </a:t>
            </a:r>
            <a:endParaRPr/>
          </a:p>
          <a:p>
            <a:pPr indent="0" lvl="0" marL="0" marR="0" rtl="1" algn="l">
              <a:lnSpc>
                <a:spcPct val="150000"/>
              </a:lnSpc>
              <a:spcBef>
                <a:spcPts val="0"/>
              </a:spcBef>
              <a:spcAft>
                <a:spcPts val="0"/>
              </a:spcAft>
              <a:buNone/>
            </a:pPr>
            <a:r>
              <a:rPr lang="en-US" sz="1200">
                <a:solidFill>
                  <a:srgbClr val="0B4D89"/>
                </a:solidFill>
                <a:latin typeface="Arial"/>
                <a:ea typeface="Arial"/>
                <a:cs typeface="Arial"/>
                <a:sym typeface="Arial"/>
              </a:rPr>
              <a:t>HEX E4F2E6</a:t>
            </a:r>
            <a:endParaRPr/>
          </a:p>
          <a:p>
            <a:pPr indent="0" lvl="0" marL="0" marR="0" rtl="1" algn="l">
              <a:lnSpc>
                <a:spcPct val="150000"/>
              </a:lnSpc>
              <a:spcBef>
                <a:spcPts val="0"/>
              </a:spcBef>
              <a:spcAft>
                <a:spcPts val="0"/>
              </a:spcAft>
              <a:buNone/>
            </a:pPr>
            <a:r>
              <a:rPr lang="en-US" sz="1200">
                <a:solidFill>
                  <a:srgbClr val="0B4D89"/>
                </a:solidFill>
                <a:latin typeface="Arial"/>
                <a:ea typeface="Arial"/>
                <a:cs typeface="Arial"/>
                <a:sym typeface="Arial"/>
              </a:rPr>
              <a:t>RGB (228, 242, 230)</a:t>
            </a:r>
            <a:endParaRPr/>
          </a:p>
        </p:txBody>
      </p:sp>
      <p:sp>
        <p:nvSpPr>
          <p:cNvPr id="247" name="Google Shape;247;p12"/>
          <p:cNvSpPr txBox="1"/>
          <p:nvPr/>
        </p:nvSpPr>
        <p:spPr>
          <a:xfrm>
            <a:off x="12554202" y="9171835"/>
            <a:ext cx="2776589" cy="608192"/>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chemeClr val="accent1"/>
              </a:buClr>
              <a:buSzPts val="2400"/>
              <a:buFont typeface="Arial"/>
              <a:buNone/>
            </a:pPr>
            <a:r>
              <a:rPr b="0" i="0" lang="en-US" sz="2400">
                <a:solidFill>
                  <a:schemeClr val="accent1"/>
                </a:solidFill>
                <a:latin typeface="Arial"/>
                <a:ea typeface="Arial"/>
                <a:cs typeface="Arial"/>
                <a:sym typeface="Arial"/>
              </a:rPr>
              <a:t>Supporting Colors</a:t>
            </a:r>
            <a:endParaRPr/>
          </a:p>
          <a:p>
            <a:pPr indent="0" lvl="0" marL="0" marR="0" rtl="0" algn="just">
              <a:lnSpc>
                <a:spcPct val="100000"/>
              </a:lnSpc>
              <a:spcBef>
                <a:spcPts val="1200"/>
              </a:spcBef>
              <a:spcAft>
                <a:spcPts val="0"/>
              </a:spcAft>
              <a:buClr>
                <a:schemeClr val="accent1"/>
              </a:buClr>
              <a:buSzPts val="2000"/>
              <a:buFont typeface="Arial"/>
              <a:buNone/>
            </a:pPr>
            <a:r>
              <a:rPr b="0" i="0" lang="en-US" sz="2000">
                <a:solidFill>
                  <a:schemeClr val="accent1"/>
                </a:solidFill>
                <a:latin typeface="Arial"/>
                <a:ea typeface="Arial"/>
                <a:cs typeface="Arial"/>
                <a:sym typeface="Arial"/>
              </a:rPr>
              <a:t>Priority 2</a:t>
            </a:r>
            <a:endParaRPr/>
          </a:p>
        </p:txBody>
      </p:sp>
      <p:sp>
        <p:nvSpPr>
          <p:cNvPr descr="preencoded.png" id="248" name="Google Shape;248;p12"/>
          <p:cNvSpPr/>
          <p:nvPr/>
        </p:nvSpPr>
        <p:spPr>
          <a:xfrm>
            <a:off x="15330790" y="11401301"/>
            <a:ext cx="2451898" cy="1218154"/>
          </a:xfrm>
          <a:prstGeom prst="rect">
            <a:avLst/>
          </a:prstGeom>
          <a:solidFill>
            <a:srgbClr val="D93F40"/>
          </a:solidFill>
          <a:ln>
            <a:noFill/>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lang="en-US" sz="1600">
                <a:solidFill>
                  <a:schemeClr val="lt1"/>
                </a:solidFill>
                <a:latin typeface="Arial"/>
                <a:ea typeface="Arial"/>
                <a:cs typeface="Arial"/>
                <a:sym typeface="Arial"/>
              </a:rPr>
              <a:t>RED</a:t>
            </a:r>
            <a:endParaRPr/>
          </a:p>
          <a:p>
            <a:pPr indent="0" lvl="0" marL="0" marR="0" rtl="1" algn="l">
              <a:lnSpc>
                <a:spcPct val="150000"/>
              </a:lnSpc>
              <a:spcBef>
                <a:spcPts val="0"/>
              </a:spcBef>
              <a:spcAft>
                <a:spcPts val="0"/>
              </a:spcAft>
              <a:buNone/>
            </a:pPr>
            <a:r>
              <a:rPr lang="en-US" sz="1200">
                <a:solidFill>
                  <a:schemeClr val="lt1"/>
                </a:solidFill>
                <a:latin typeface="Arial"/>
                <a:ea typeface="Arial"/>
                <a:cs typeface="Arial"/>
                <a:sym typeface="Arial"/>
              </a:rPr>
              <a:t>HEX D93F40</a:t>
            </a:r>
            <a:endParaRPr/>
          </a:p>
          <a:p>
            <a:pPr indent="0" lvl="0" marL="0" marR="0" rtl="1" algn="l">
              <a:lnSpc>
                <a:spcPct val="150000"/>
              </a:lnSpc>
              <a:spcBef>
                <a:spcPts val="0"/>
              </a:spcBef>
              <a:spcAft>
                <a:spcPts val="0"/>
              </a:spcAft>
              <a:buNone/>
            </a:pPr>
            <a:r>
              <a:rPr lang="en-US" sz="1200">
                <a:solidFill>
                  <a:schemeClr val="lt1"/>
                </a:solidFill>
                <a:latin typeface="Arial"/>
                <a:ea typeface="Arial"/>
                <a:cs typeface="Arial"/>
                <a:sym typeface="Arial"/>
              </a:rPr>
              <a:t>RGB (217,63, 64) </a:t>
            </a:r>
            <a:endParaRPr/>
          </a:p>
        </p:txBody>
      </p:sp>
      <p:sp>
        <p:nvSpPr>
          <p:cNvPr descr="preencoded.png" id="249" name="Google Shape;249;p12"/>
          <p:cNvSpPr/>
          <p:nvPr/>
        </p:nvSpPr>
        <p:spPr>
          <a:xfrm>
            <a:off x="18049656" y="11401302"/>
            <a:ext cx="2451898" cy="1218154"/>
          </a:xfrm>
          <a:prstGeom prst="rect">
            <a:avLst/>
          </a:prstGeom>
          <a:solidFill>
            <a:srgbClr val="E6AF00"/>
          </a:solidFill>
          <a:ln>
            <a:noFill/>
          </a:ln>
        </p:spPr>
        <p:txBody>
          <a:bodyPr anchorCtr="0" anchor="ctr" bIns="45700" lIns="182875" spcFirstLastPara="1" rIns="0" wrap="square" tIns="45700">
            <a:noAutofit/>
          </a:bodyPr>
          <a:lstStyle/>
          <a:p>
            <a:pPr indent="0" lvl="0" marL="0" marR="0" rtl="1" algn="l">
              <a:lnSpc>
                <a:spcPct val="150000"/>
              </a:lnSpc>
              <a:spcBef>
                <a:spcPts val="0"/>
              </a:spcBef>
              <a:spcAft>
                <a:spcPts val="0"/>
              </a:spcAft>
              <a:buNone/>
            </a:pPr>
            <a:r>
              <a:rPr lang="en-US" sz="1600">
                <a:solidFill>
                  <a:schemeClr val="lt1"/>
                </a:solidFill>
                <a:latin typeface="Arial"/>
                <a:ea typeface="Arial"/>
                <a:cs typeface="Arial"/>
                <a:sym typeface="Arial"/>
              </a:rPr>
              <a:t>YELLOW</a:t>
            </a:r>
            <a:endParaRPr/>
          </a:p>
          <a:p>
            <a:pPr indent="0" lvl="0" marL="0" marR="0" rtl="1" algn="l">
              <a:lnSpc>
                <a:spcPct val="150000"/>
              </a:lnSpc>
              <a:spcBef>
                <a:spcPts val="0"/>
              </a:spcBef>
              <a:spcAft>
                <a:spcPts val="0"/>
              </a:spcAft>
              <a:buNone/>
            </a:pPr>
            <a:r>
              <a:rPr lang="en-US" sz="1200">
                <a:solidFill>
                  <a:schemeClr val="lt1"/>
                </a:solidFill>
                <a:latin typeface="Arial"/>
                <a:ea typeface="Arial"/>
                <a:cs typeface="Arial"/>
                <a:sym typeface="Arial"/>
              </a:rPr>
              <a:t>HEX E6AF00</a:t>
            </a:r>
            <a:endParaRPr/>
          </a:p>
          <a:p>
            <a:pPr indent="0" lvl="0" marL="0" marR="0" rtl="1" algn="l">
              <a:lnSpc>
                <a:spcPct val="150000"/>
              </a:lnSpc>
              <a:spcBef>
                <a:spcPts val="0"/>
              </a:spcBef>
              <a:spcAft>
                <a:spcPts val="0"/>
              </a:spcAft>
              <a:buNone/>
            </a:pPr>
            <a:r>
              <a:rPr lang="en-US" sz="1200">
                <a:solidFill>
                  <a:schemeClr val="lt1"/>
                </a:solidFill>
                <a:latin typeface="Arial"/>
                <a:ea typeface="Arial"/>
                <a:cs typeface="Arial"/>
                <a:sym typeface="Arial"/>
              </a:rPr>
              <a:t>RGB (230, 175, 0)</a:t>
            </a:r>
            <a:endParaRPr/>
          </a:p>
        </p:txBody>
      </p:sp>
      <p:sp>
        <p:nvSpPr>
          <p:cNvPr id="250" name="Google Shape;250;p12"/>
          <p:cNvSpPr txBox="1"/>
          <p:nvPr/>
        </p:nvSpPr>
        <p:spPr>
          <a:xfrm>
            <a:off x="12554202" y="11539787"/>
            <a:ext cx="2270751" cy="1079667"/>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chemeClr val="accent1"/>
              </a:buClr>
              <a:buSzPts val="2400"/>
              <a:buFont typeface="Arial"/>
              <a:buNone/>
            </a:pPr>
            <a:r>
              <a:rPr b="0" i="0" lang="en-US" sz="2400">
                <a:solidFill>
                  <a:schemeClr val="accent1"/>
                </a:solidFill>
                <a:latin typeface="Arial"/>
                <a:ea typeface="Arial"/>
                <a:cs typeface="Arial"/>
                <a:sym typeface="Arial"/>
              </a:rPr>
              <a:t>Explainer Colors</a:t>
            </a:r>
            <a:endParaRPr/>
          </a:p>
          <a:p>
            <a:pPr indent="0" lvl="0" marL="0" marR="0" rtl="0" algn="just">
              <a:lnSpc>
                <a:spcPct val="100000"/>
              </a:lnSpc>
              <a:spcBef>
                <a:spcPts val="1200"/>
              </a:spcBef>
              <a:spcAft>
                <a:spcPts val="0"/>
              </a:spcAft>
              <a:buClr>
                <a:schemeClr val="accent1"/>
              </a:buClr>
              <a:buSzPts val="2000"/>
              <a:buFont typeface="Arial"/>
              <a:buNone/>
            </a:pPr>
            <a:r>
              <a:rPr b="0" i="0" lang="en-US" sz="2000">
                <a:solidFill>
                  <a:schemeClr val="accent1"/>
                </a:solidFill>
                <a:latin typeface="Arial"/>
                <a:ea typeface="Arial"/>
                <a:cs typeface="Arial"/>
                <a:sym typeface="Arial"/>
              </a:rPr>
              <a:t>Careful use only if needed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3"/>
          <p:cNvSpPr txBox="1"/>
          <p:nvPr>
            <p:ph idx="1" type="body"/>
          </p:nvPr>
        </p:nvSpPr>
        <p:spPr>
          <a:xfrm>
            <a:off x="1186666" y="1275899"/>
            <a:ext cx="8644538" cy="40902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accent2"/>
              </a:buClr>
              <a:buSzPts val="2800"/>
              <a:buNone/>
            </a:pPr>
            <a:r>
              <a:rPr lang="en-US"/>
              <a:t>Font and Typography</a:t>
            </a:r>
            <a:endParaRPr/>
          </a:p>
        </p:txBody>
      </p:sp>
      <p:sp>
        <p:nvSpPr>
          <p:cNvPr id="257" name="Google Shape;257;p13"/>
          <p:cNvSpPr txBox="1"/>
          <p:nvPr>
            <p:ph idx="2" type="body"/>
          </p:nvPr>
        </p:nvSpPr>
        <p:spPr>
          <a:xfrm>
            <a:off x="1186666" y="465157"/>
            <a:ext cx="20155958" cy="798539"/>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accent1"/>
              </a:buClr>
              <a:buSzPts val="5600"/>
              <a:buNone/>
            </a:pPr>
            <a:r>
              <a:rPr lang="en-US">
                <a:solidFill>
                  <a:schemeClr val="accent1"/>
                </a:solidFill>
              </a:rPr>
              <a:t>Our Font</a:t>
            </a:r>
            <a:endParaRPr/>
          </a:p>
        </p:txBody>
      </p:sp>
      <p:sp>
        <p:nvSpPr>
          <p:cNvPr id="258" name="Google Shape;258;p13"/>
          <p:cNvSpPr txBox="1"/>
          <p:nvPr/>
        </p:nvSpPr>
        <p:spPr>
          <a:xfrm>
            <a:off x="12554202" y="2650893"/>
            <a:ext cx="6801441" cy="6370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1"/>
              </a:buClr>
              <a:buSzPts val="3600"/>
              <a:buFont typeface="Arial"/>
              <a:buNone/>
            </a:pPr>
            <a:r>
              <a:rPr b="0" i="0" lang="en-US" sz="3600">
                <a:solidFill>
                  <a:schemeClr val="accent1"/>
                </a:solidFill>
                <a:latin typeface="Arial"/>
                <a:ea typeface="Arial"/>
                <a:cs typeface="Arial"/>
                <a:sym typeface="Arial"/>
              </a:rPr>
              <a:t>Our Font </a:t>
            </a:r>
            <a:endParaRPr/>
          </a:p>
        </p:txBody>
      </p:sp>
      <p:sp>
        <p:nvSpPr>
          <p:cNvPr id="259" name="Google Shape;259;p13"/>
          <p:cNvSpPr txBox="1"/>
          <p:nvPr/>
        </p:nvSpPr>
        <p:spPr>
          <a:xfrm>
            <a:off x="1195398" y="2650893"/>
            <a:ext cx="7511466" cy="6370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1"/>
              </a:buClr>
              <a:buSzPts val="3600"/>
              <a:buFont typeface="Arial"/>
              <a:buNone/>
            </a:pPr>
            <a:r>
              <a:rPr b="0" i="0" lang="en-US" sz="3600">
                <a:solidFill>
                  <a:schemeClr val="accent1"/>
                </a:solidFill>
                <a:latin typeface="Arial"/>
                <a:ea typeface="Arial"/>
                <a:cs typeface="Arial"/>
                <a:sym typeface="Arial"/>
              </a:rPr>
              <a:t>Text Formatting</a:t>
            </a:r>
            <a:endParaRPr/>
          </a:p>
        </p:txBody>
      </p:sp>
      <p:sp>
        <p:nvSpPr>
          <p:cNvPr id="260" name="Google Shape;260;p13"/>
          <p:cNvSpPr txBox="1"/>
          <p:nvPr/>
        </p:nvSpPr>
        <p:spPr>
          <a:xfrm>
            <a:off x="1195397" y="3535505"/>
            <a:ext cx="9882334" cy="6170961"/>
          </a:xfrm>
          <a:prstGeom prst="rect">
            <a:avLst/>
          </a:prstGeom>
          <a:noFill/>
          <a:ln>
            <a:noFill/>
          </a:ln>
        </p:spPr>
        <p:txBody>
          <a:bodyPr anchorCtr="0" anchor="t" bIns="0" lIns="0" spcFirstLastPara="1" rIns="0" wrap="square" tIns="0">
            <a:noAutofit/>
          </a:bodyPr>
          <a:lstStyle/>
          <a:p>
            <a:pPr indent="-457200" lvl="0" marL="457200" marR="0" rtl="0" algn="just">
              <a:lnSpc>
                <a:spcPct val="120000"/>
              </a:lnSpc>
              <a:spcBef>
                <a:spcPts val="0"/>
              </a:spcBef>
              <a:spcAft>
                <a:spcPts val="0"/>
              </a:spcAft>
              <a:buClr>
                <a:schemeClr val="accent1"/>
              </a:buClr>
              <a:buSzPts val="2400"/>
              <a:buFont typeface="Arial"/>
              <a:buAutoNum type="arabicPeriod"/>
            </a:pPr>
            <a:r>
              <a:rPr b="0" i="0" lang="en-US" sz="2400">
                <a:solidFill>
                  <a:schemeClr val="accent1"/>
                </a:solidFill>
                <a:latin typeface="Arial"/>
                <a:ea typeface="Arial"/>
                <a:cs typeface="Arial"/>
                <a:sym typeface="Arial"/>
              </a:rPr>
              <a:t>Use provided fonts (Bahij) for consistency with the company's brand image.</a:t>
            </a:r>
            <a:endParaRPr/>
          </a:p>
          <a:p>
            <a:pPr indent="-457200" lvl="0" marL="457200" marR="0" rtl="0" algn="just">
              <a:lnSpc>
                <a:spcPct val="120000"/>
              </a:lnSpc>
              <a:spcBef>
                <a:spcPts val="2000"/>
              </a:spcBef>
              <a:spcAft>
                <a:spcPts val="0"/>
              </a:spcAft>
              <a:buClr>
                <a:schemeClr val="accent1"/>
              </a:buClr>
              <a:buSzPts val="2400"/>
              <a:buFont typeface="Arial"/>
              <a:buAutoNum type="arabicPeriod"/>
            </a:pPr>
            <a:r>
              <a:rPr b="0" i="0" lang="en-US" sz="2400">
                <a:solidFill>
                  <a:schemeClr val="accent1"/>
                </a:solidFill>
                <a:latin typeface="Arial"/>
                <a:ea typeface="Arial"/>
                <a:cs typeface="Arial"/>
                <a:sym typeface="Arial"/>
              </a:rPr>
              <a:t>Use consistent font sizes to create a sense of cohesion.</a:t>
            </a:r>
            <a:endParaRPr/>
          </a:p>
          <a:p>
            <a:pPr indent="-457200" lvl="0" marL="457200" marR="0" rtl="0" algn="just">
              <a:lnSpc>
                <a:spcPct val="120000"/>
              </a:lnSpc>
              <a:spcBef>
                <a:spcPts val="2000"/>
              </a:spcBef>
              <a:spcAft>
                <a:spcPts val="0"/>
              </a:spcAft>
              <a:buClr>
                <a:schemeClr val="accent1"/>
              </a:buClr>
              <a:buSzPts val="2400"/>
              <a:buFont typeface="Arial"/>
              <a:buAutoNum type="arabicPeriod"/>
            </a:pPr>
            <a:r>
              <a:rPr b="0" i="0" lang="en-US" sz="2400">
                <a:solidFill>
                  <a:schemeClr val="accent1"/>
                </a:solidFill>
                <a:latin typeface="Arial"/>
                <a:ea typeface="Arial"/>
                <a:cs typeface="Arial"/>
                <a:sym typeface="Arial"/>
              </a:rPr>
              <a:t>Use font hierarchy to guide the reader's eye through the document.</a:t>
            </a:r>
            <a:endParaRPr/>
          </a:p>
          <a:p>
            <a:pPr indent="-457200" lvl="0" marL="457200" marR="0" rtl="0" algn="just">
              <a:lnSpc>
                <a:spcPct val="120000"/>
              </a:lnSpc>
              <a:spcBef>
                <a:spcPts val="2000"/>
              </a:spcBef>
              <a:spcAft>
                <a:spcPts val="0"/>
              </a:spcAft>
              <a:buClr>
                <a:schemeClr val="accent1"/>
              </a:buClr>
              <a:buSzPts val="2400"/>
              <a:buFont typeface="Arial"/>
              <a:buAutoNum type="arabicPeriod"/>
            </a:pPr>
            <a:r>
              <a:rPr b="0" i="0" lang="en-US" sz="2400">
                <a:solidFill>
                  <a:schemeClr val="accent1"/>
                </a:solidFill>
                <a:latin typeface="Arial"/>
                <a:ea typeface="Arial"/>
                <a:cs typeface="Arial"/>
                <a:sym typeface="Arial"/>
              </a:rPr>
              <a:t>When copying and pasting content, ensure that formatting is maintained to preserve the document's design and appearance.</a:t>
            </a:r>
            <a:endParaRPr/>
          </a:p>
          <a:p>
            <a:pPr indent="-457200" lvl="0" marL="457200" marR="0" rtl="0" algn="just">
              <a:lnSpc>
                <a:spcPct val="120000"/>
              </a:lnSpc>
              <a:spcBef>
                <a:spcPts val="2000"/>
              </a:spcBef>
              <a:spcAft>
                <a:spcPts val="0"/>
              </a:spcAft>
              <a:buClr>
                <a:schemeClr val="accent1"/>
              </a:buClr>
              <a:buSzPts val="2400"/>
              <a:buFont typeface="Arial"/>
              <a:buAutoNum type="arabicPeriod"/>
            </a:pPr>
            <a:r>
              <a:rPr b="0" i="0" lang="en-US" sz="2400">
                <a:solidFill>
                  <a:schemeClr val="accent1"/>
                </a:solidFill>
                <a:latin typeface="Arial"/>
                <a:ea typeface="Arial"/>
                <a:cs typeface="Arial"/>
                <a:sym typeface="Arial"/>
              </a:rPr>
              <a:t>Check for font consistency throughout the document.</a:t>
            </a:r>
            <a:endParaRPr/>
          </a:p>
        </p:txBody>
      </p:sp>
      <p:sp>
        <p:nvSpPr>
          <p:cNvPr id="261" name="Google Shape;261;p13"/>
          <p:cNvSpPr/>
          <p:nvPr/>
        </p:nvSpPr>
        <p:spPr>
          <a:xfrm>
            <a:off x="15420962" y="3559749"/>
            <a:ext cx="8119354" cy="718131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lang="en-US" sz="2200">
                <a:solidFill>
                  <a:schemeClr val="accent1"/>
                </a:solidFill>
                <a:latin typeface="Arial"/>
                <a:ea typeface="Arial"/>
                <a:cs typeface="Arial"/>
                <a:sym typeface="Arial"/>
              </a:rPr>
              <a:t>abcdefghuijlmnoABCDEFGHIJLMN 123456!@#$%&amp;*</a:t>
            </a:r>
            <a:br>
              <a:rPr lang="en-US" sz="2200">
                <a:solidFill>
                  <a:schemeClr val="accent1"/>
                </a:solidFill>
                <a:latin typeface="Arial"/>
                <a:ea typeface="Arial"/>
                <a:cs typeface="Arial"/>
                <a:sym typeface="Arial"/>
              </a:rPr>
            </a:br>
            <a:r>
              <a:rPr lang="en-US" sz="2200">
                <a:solidFill>
                  <a:schemeClr val="accent1"/>
                </a:solidFill>
                <a:latin typeface="Arial"/>
                <a:ea typeface="Arial"/>
                <a:cs typeface="Arial"/>
                <a:sym typeface="Arial"/>
              </a:rPr>
              <a:t>أ ب ت ث ج ح خ د ذ ر ز س ش ص ض ط ظ ع غ ف ق ك ل م ن ه و ي</a:t>
            </a:r>
            <a:br>
              <a:rPr lang="en-US" sz="2200">
                <a:solidFill>
                  <a:schemeClr val="accent1"/>
                </a:solidFill>
                <a:latin typeface="Arial"/>
                <a:ea typeface="Arial"/>
                <a:cs typeface="Arial"/>
                <a:sym typeface="Arial"/>
              </a:rPr>
            </a:br>
            <a:endParaRPr sz="2200">
              <a:solidFill>
                <a:schemeClr val="accent1"/>
              </a:solidFill>
              <a:latin typeface="Arial"/>
              <a:ea typeface="Arial"/>
              <a:cs typeface="Arial"/>
              <a:sym typeface="Arial"/>
            </a:endParaRPr>
          </a:p>
          <a:p>
            <a:pPr indent="0" lvl="0" marL="0" marR="0" rtl="0" algn="l">
              <a:lnSpc>
                <a:spcPct val="120000"/>
              </a:lnSpc>
              <a:spcBef>
                <a:spcPts val="0"/>
              </a:spcBef>
              <a:spcAft>
                <a:spcPts val="0"/>
              </a:spcAft>
              <a:buNone/>
            </a:pPr>
            <a:r>
              <a:rPr lang="en-US" sz="2200">
                <a:solidFill>
                  <a:schemeClr val="accent1"/>
                </a:solidFill>
                <a:latin typeface="Arial"/>
                <a:ea typeface="Arial"/>
                <a:cs typeface="Arial"/>
                <a:sym typeface="Arial"/>
              </a:rPr>
              <a:t>abcdefghuijlmnoABCDEFGHIJLMN 123456!@#$%&amp;*</a:t>
            </a:r>
            <a:br>
              <a:rPr lang="en-US" sz="2200">
                <a:solidFill>
                  <a:schemeClr val="accent1"/>
                </a:solidFill>
                <a:latin typeface="Arial"/>
                <a:ea typeface="Arial"/>
                <a:cs typeface="Arial"/>
                <a:sym typeface="Arial"/>
              </a:rPr>
            </a:br>
            <a:r>
              <a:rPr lang="en-US" sz="2200">
                <a:solidFill>
                  <a:schemeClr val="accent1"/>
                </a:solidFill>
                <a:latin typeface="Arial"/>
                <a:ea typeface="Arial"/>
                <a:cs typeface="Arial"/>
                <a:sym typeface="Arial"/>
              </a:rPr>
              <a:t>أ ب ت ث ج ح خ د ذ ر ز س ش ص ض ط ظ ع غ ف ق ك ل م ن ه و ي</a:t>
            </a:r>
            <a:br>
              <a:rPr lang="en-US" sz="2200">
                <a:solidFill>
                  <a:schemeClr val="accent1"/>
                </a:solidFill>
                <a:latin typeface="Arial"/>
                <a:ea typeface="Arial"/>
                <a:cs typeface="Arial"/>
                <a:sym typeface="Arial"/>
              </a:rPr>
            </a:br>
            <a:endParaRPr sz="2200">
              <a:solidFill>
                <a:schemeClr val="accent1"/>
              </a:solidFill>
              <a:latin typeface="Arial"/>
              <a:ea typeface="Arial"/>
              <a:cs typeface="Arial"/>
              <a:sym typeface="Arial"/>
            </a:endParaRPr>
          </a:p>
          <a:p>
            <a:pPr indent="0" lvl="0" marL="0" marR="0" rtl="0" algn="l">
              <a:lnSpc>
                <a:spcPct val="120000"/>
              </a:lnSpc>
              <a:spcBef>
                <a:spcPts val="0"/>
              </a:spcBef>
              <a:spcAft>
                <a:spcPts val="0"/>
              </a:spcAft>
              <a:buNone/>
            </a:pPr>
            <a:r>
              <a:rPr lang="en-US" sz="2200">
                <a:solidFill>
                  <a:schemeClr val="accent1"/>
                </a:solidFill>
                <a:latin typeface="Arial"/>
                <a:ea typeface="Arial"/>
                <a:cs typeface="Arial"/>
                <a:sym typeface="Arial"/>
              </a:rPr>
              <a:t>abcdefghuijlmnoABCDEFGHIJLMN 123456!@#$%&amp;*</a:t>
            </a:r>
            <a:br>
              <a:rPr lang="en-US" sz="2200">
                <a:solidFill>
                  <a:schemeClr val="accent1"/>
                </a:solidFill>
                <a:latin typeface="Arial"/>
                <a:ea typeface="Arial"/>
                <a:cs typeface="Arial"/>
                <a:sym typeface="Arial"/>
              </a:rPr>
            </a:br>
            <a:r>
              <a:rPr lang="en-US" sz="2200">
                <a:solidFill>
                  <a:schemeClr val="accent1"/>
                </a:solidFill>
                <a:latin typeface="Arial"/>
                <a:ea typeface="Arial"/>
                <a:cs typeface="Arial"/>
                <a:sym typeface="Arial"/>
              </a:rPr>
              <a:t>أ ب ت ث ج ح خ د ذ ر ز س ش ص ض ط ظ ع غ ف ق ك ل م ن ه و ي</a:t>
            </a:r>
            <a:br>
              <a:rPr lang="en-US" sz="2200">
                <a:solidFill>
                  <a:schemeClr val="accent1"/>
                </a:solidFill>
                <a:latin typeface="Arial"/>
                <a:ea typeface="Arial"/>
                <a:cs typeface="Arial"/>
                <a:sym typeface="Arial"/>
              </a:rPr>
            </a:br>
            <a:endParaRPr sz="2200">
              <a:solidFill>
                <a:schemeClr val="accent1"/>
              </a:solidFill>
              <a:latin typeface="Arial"/>
              <a:ea typeface="Arial"/>
              <a:cs typeface="Arial"/>
              <a:sym typeface="Arial"/>
            </a:endParaRPr>
          </a:p>
          <a:p>
            <a:pPr indent="0" lvl="0" marL="0" marR="0" rtl="0" algn="l">
              <a:lnSpc>
                <a:spcPct val="120000"/>
              </a:lnSpc>
              <a:spcBef>
                <a:spcPts val="0"/>
              </a:spcBef>
              <a:spcAft>
                <a:spcPts val="0"/>
              </a:spcAft>
              <a:buNone/>
            </a:pPr>
            <a:r>
              <a:rPr lang="en-US" sz="2200">
                <a:solidFill>
                  <a:schemeClr val="accent1"/>
                </a:solidFill>
                <a:latin typeface="Arial"/>
                <a:ea typeface="Arial"/>
                <a:cs typeface="Arial"/>
                <a:sym typeface="Arial"/>
              </a:rPr>
              <a:t>abcdefghuijlmnoABCDEFGHIJLMN 123456!@#$%&amp;*</a:t>
            </a:r>
            <a:br>
              <a:rPr lang="en-US" sz="2200">
                <a:solidFill>
                  <a:schemeClr val="accent1"/>
                </a:solidFill>
                <a:latin typeface="Arial"/>
                <a:ea typeface="Arial"/>
                <a:cs typeface="Arial"/>
                <a:sym typeface="Arial"/>
              </a:rPr>
            </a:br>
            <a:r>
              <a:rPr lang="en-US" sz="2200">
                <a:solidFill>
                  <a:schemeClr val="accent1"/>
                </a:solidFill>
                <a:latin typeface="Arial"/>
                <a:ea typeface="Arial"/>
                <a:cs typeface="Arial"/>
                <a:sym typeface="Arial"/>
              </a:rPr>
              <a:t>أ ب ت ث ج ح خ د ذ ر ز س ش ص ض ط ظ ع غ ف ق ك ل م ن ه و ي</a:t>
            </a:r>
            <a:br>
              <a:rPr lang="en-US" sz="2200">
                <a:solidFill>
                  <a:schemeClr val="accent1"/>
                </a:solidFill>
                <a:latin typeface="Arial"/>
                <a:ea typeface="Arial"/>
                <a:cs typeface="Arial"/>
                <a:sym typeface="Arial"/>
              </a:rPr>
            </a:br>
            <a:endParaRPr sz="2200">
              <a:solidFill>
                <a:schemeClr val="accent1"/>
              </a:solidFill>
              <a:latin typeface="Arial"/>
              <a:ea typeface="Arial"/>
              <a:cs typeface="Arial"/>
              <a:sym typeface="Arial"/>
            </a:endParaRPr>
          </a:p>
          <a:p>
            <a:pPr indent="0" lvl="0" marL="0" marR="0" rtl="0" algn="l">
              <a:lnSpc>
                <a:spcPct val="120000"/>
              </a:lnSpc>
              <a:spcBef>
                <a:spcPts val="0"/>
              </a:spcBef>
              <a:spcAft>
                <a:spcPts val="0"/>
              </a:spcAft>
              <a:buNone/>
            </a:pPr>
            <a:r>
              <a:rPr lang="en-US" sz="2200">
                <a:solidFill>
                  <a:schemeClr val="accent1"/>
                </a:solidFill>
                <a:latin typeface="Arial"/>
                <a:ea typeface="Arial"/>
                <a:cs typeface="Arial"/>
                <a:sym typeface="Arial"/>
              </a:rPr>
              <a:t>abcdefghuijlmnoABCDEFGHIJLMN 123456!@#$%&amp;*</a:t>
            </a:r>
            <a:br>
              <a:rPr lang="en-US" sz="2200">
                <a:solidFill>
                  <a:schemeClr val="accent1"/>
                </a:solidFill>
                <a:latin typeface="Arial"/>
                <a:ea typeface="Arial"/>
                <a:cs typeface="Arial"/>
                <a:sym typeface="Arial"/>
              </a:rPr>
            </a:br>
            <a:r>
              <a:rPr lang="en-US" sz="2200">
                <a:solidFill>
                  <a:schemeClr val="accent1"/>
                </a:solidFill>
                <a:latin typeface="Arial"/>
                <a:ea typeface="Arial"/>
                <a:cs typeface="Arial"/>
                <a:sym typeface="Arial"/>
              </a:rPr>
              <a:t>أ ب ت ث ج ح خ د ذ ر ز س ش ص ض ط ظ ع غ ف ق ك ل م ن ه و ي</a:t>
            </a:r>
            <a:br>
              <a:rPr lang="en-US" sz="2200">
                <a:solidFill>
                  <a:schemeClr val="accent1"/>
                </a:solidFill>
                <a:latin typeface="Arial"/>
                <a:ea typeface="Arial"/>
                <a:cs typeface="Arial"/>
                <a:sym typeface="Arial"/>
              </a:rPr>
            </a:br>
            <a:endParaRPr sz="2200">
              <a:solidFill>
                <a:schemeClr val="accent1"/>
              </a:solidFill>
              <a:latin typeface="Arial"/>
              <a:ea typeface="Arial"/>
              <a:cs typeface="Arial"/>
              <a:sym typeface="Arial"/>
            </a:endParaRPr>
          </a:p>
          <a:p>
            <a:pPr indent="0" lvl="0" marL="0" marR="0" rtl="0" algn="l">
              <a:lnSpc>
                <a:spcPct val="120000"/>
              </a:lnSpc>
              <a:spcBef>
                <a:spcPts val="0"/>
              </a:spcBef>
              <a:spcAft>
                <a:spcPts val="0"/>
              </a:spcAft>
              <a:buNone/>
            </a:pPr>
            <a:r>
              <a:rPr lang="en-US" sz="2200">
                <a:solidFill>
                  <a:schemeClr val="accent1"/>
                </a:solidFill>
                <a:latin typeface="Arial"/>
                <a:ea typeface="Arial"/>
                <a:cs typeface="Arial"/>
                <a:sym typeface="Arial"/>
              </a:rPr>
              <a:t>abcdefghuijlmnoABCDEFGHIJLMN 123456!@#$%&amp;*</a:t>
            </a:r>
            <a:br>
              <a:rPr lang="en-US" sz="2200">
                <a:solidFill>
                  <a:schemeClr val="accent1"/>
                </a:solidFill>
                <a:latin typeface="Arial"/>
                <a:ea typeface="Arial"/>
                <a:cs typeface="Arial"/>
                <a:sym typeface="Arial"/>
              </a:rPr>
            </a:br>
            <a:r>
              <a:rPr lang="en-US" sz="2200">
                <a:solidFill>
                  <a:schemeClr val="accent1"/>
                </a:solidFill>
                <a:latin typeface="Arial"/>
                <a:ea typeface="Arial"/>
                <a:cs typeface="Arial"/>
                <a:sym typeface="Arial"/>
              </a:rPr>
              <a:t>أ ب ت ث ج ح خ د ذ ر ز س ش ص ض ط ظ ع غ ف ق ك ل م ن ه و ي</a:t>
            </a:r>
            <a:endParaRPr sz="2200">
              <a:solidFill>
                <a:schemeClr val="accent1"/>
              </a:solidFill>
              <a:latin typeface="Arial"/>
              <a:ea typeface="Arial"/>
              <a:cs typeface="Arial"/>
              <a:sym typeface="Arial"/>
            </a:endParaRPr>
          </a:p>
        </p:txBody>
      </p:sp>
      <p:sp>
        <p:nvSpPr>
          <p:cNvPr id="262" name="Google Shape;262;p13"/>
          <p:cNvSpPr/>
          <p:nvPr/>
        </p:nvSpPr>
        <p:spPr>
          <a:xfrm>
            <a:off x="12554202" y="3087476"/>
            <a:ext cx="3028031" cy="7181317"/>
          </a:xfrm>
          <a:prstGeom prst="rect">
            <a:avLst/>
          </a:prstGeom>
          <a:noFill/>
          <a:ln>
            <a:noFill/>
          </a:ln>
        </p:spPr>
        <p:txBody>
          <a:bodyPr anchorCtr="0" anchor="t" bIns="0" lIns="0" spcFirstLastPara="1" rIns="0" wrap="square" tIns="0">
            <a:noAutofit/>
          </a:bodyPr>
          <a:lstStyle/>
          <a:p>
            <a:pPr indent="0" lvl="0" marL="0" marR="0" rtl="0" algn="l">
              <a:lnSpc>
                <a:spcPct val="350000"/>
              </a:lnSpc>
              <a:spcBef>
                <a:spcPts val="0"/>
              </a:spcBef>
              <a:spcAft>
                <a:spcPts val="0"/>
              </a:spcAft>
              <a:buNone/>
            </a:pPr>
            <a:r>
              <a:rPr lang="en-US" sz="2200">
                <a:solidFill>
                  <a:srgbClr val="0B4D89"/>
                </a:solidFill>
                <a:latin typeface="Arial"/>
                <a:ea typeface="Arial"/>
                <a:cs typeface="Arial"/>
                <a:sym typeface="Arial"/>
              </a:rPr>
              <a:t>Bahij -  Light</a:t>
            </a:r>
            <a:br>
              <a:rPr lang="en-US" sz="2200">
                <a:solidFill>
                  <a:srgbClr val="0B4D89"/>
                </a:solidFill>
                <a:latin typeface="Arial"/>
                <a:ea typeface="Arial"/>
                <a:cs typeface="Arial"/>
                <a:sym typeface="Arial"/>
              </a:rPr>
            </a:br>
            <a:r>
              <a:rPr lang="en-US" sz="2200">
                <a:solidFill>
                  <a:srgbClr val="0B4D89"/>
                </a:solidFill>
                <a:latin typeface="Arial"/>
                <a:ea typeface="Arial"/>
                <a:cs typeface="Arial"/>
                <a:sym typeface="Arial"/>
              </a:rPr>
              <a:t>Bahij -  Plain</a:t>
            </a:r>
            <a:br>
              <a:rPr lang="en-US" sz="2200">
                <a:solidFill>
                  <a:srgbClr val="0B4D89"/>
                </a:solidFill>
                <a:latin typeface="Arial"/>
                <a:ea typeface="Arial"/>
                <a:cs typeface="Arial"/>
                <a:sym typeface="Arial"/>
              </a:rPr>
            </a:br>
            <a:r>
              <a:rPr lang="en-US" sz="2200">
                <a:solidFill>
                  <a:srgbClr val="0B4D89"/>
                </a:solidFill>
                <a:latin typeface="Arial"/>
                <a:ea typeface="Arial"/>
                <a:cs typeface="Arial"/>
                <a:sym typeface="Arial"/>
              </a:rPr>
              <a:t>Bahij -  Semi Bold</a:t>
            </a:r>
            <a:br>
              <a:rPr lang="en-US" sz="2200">
                <a:solidFill>
                  <a:srgbClr val="0B4D89"/>
                </a:solidFill>
                <a:latin typeface="Arial"/>
                <a:ea typeface="Arial"/>
                <a:cs typeface="Arial"/>
                <a:sym typeface="Arial"/>
              </a:rPr>
            </a:br>
            <a:r>
              <a:rPr lang="en-US" sz="2200">
                <a:solidFill>
                  <a:srgbClr val="0B4D89"/>
                </a:solidFill>
                <a:latin typeface="Arial"/>
                <a:ea typeface="Arial"/>
                <a:cs typeface="Arial"/>
                <a:sym typeface="Arial"/>
              </a:rPr>
              <a:t>Bahij -  Bold</a:t>
            </a:r>
            <a:br>
              <a:rPr lang="en-US" sz="2200">
                <a:solidFill>
                  <a:srgbClr val="0B4D89"/>
                </a:solidFill>
                <a:latin typeface="Arial"/>
                <a:ea typeface="Arial"/>
                <a:cs typeface="Arial"/>
                <a:sym typeface="Arial"/>
              </a:rPr>
            </a:br>
            <a:r>
              <a:rPr lang="en-US" sz="2200">
                <a:solidFill>
                  <a:srgbClr val="0B4D89"/>
                </a:solidFill>
                <a:latin typeface="Arial"/>
                <a:ea typeface="Arial"/>
                <a:cs typeface="Arial"/>
                <a:sym typeface="Arial"/>
              </a:rPr>
              <a:t>Bahij -  Extra Bold</a:t>
            </a:r>
            <a:br>
              <a:rPr lang="en-US" sz="2200">
                <a:solidFill>
                  <a:srgbClr val="0B4D89"/>
                </a:solidFill>
                <a:latin typeface="Arial"/>
                <a:ea typeface="Arial"/>
                <a:cs typeface="Arial"/>
                <a:sym typeface="Arial"/>
              </a:rPr>
            </a:br>
            <a:r>
              <a:rPr lang="en-US" sz="2200">
                <a:solidFill>
                  <a:srgbClr val="0B4D89"/>
                </a:solidFill>
                <a:latin typeface="Arial"/>
                <a:ea typeface="Arial"/>
                <a:cs typeface="Arial"/>
                <a:sym typeface="Arial"/>
              </a:rPr>
              <a:t>Bahij -  Black</a:t>
            </a:r>
            <a:endParaRPr sz="22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4"/>
          <p:cNvSpPr txBox="1"/>
          <p:nvPr/>
        </p:nvSpPr>
        <p:spPr>
          <a:xfrm>
            <a:off x="4240378" y="5298601"/>
            <a:ext cx="6910428" cy="15633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200">
                <a:solidFill>
                  <a:schemeClr val="accent2"/>
                </a:solidFill>
                <a:latin typeface="Arial"/>
                <a:ea typeface="Arial"/>
                <a:cs typeface="Arial"/>
                <a:sym typeface="Arial"/>
              </a:rPr>
              <a:t>Synth chartreuse XOXO, tacos brooklyn VHS plaid.</a:t>
            </a:r>
            <a:endParaRPr/>
          </a:p>
          <a:p>
            <a:pPr indent="0" lvl="0" marL="0" marR="0" rtl="0" algn="l">
              <a:lnSpc>
                <a:spcPct val="150000"/>
              </a:lnSpc>
              <a:spcBef>
                <a:spcPts val="0"/>
              </a:spcBef>
              <a:spcAft>
                <a:spcPts val="0"/>
              </a:spcAft>
              <a:buNone/>
            </a:pPr>
            <a:r>
              <a:rPr lang="en-US" sz="2200">
                <a:solidFill>
                  <a:schemeClr val="accent2"/>
                </a:solidFill>
                <a:latin typeface="Arial"/>
                <a:ea typeface="Arial"/>
                <a:cs typeface="Arial"/>
                <a:sym typeface="Arial"/>
              </a:rPr>
              <a:t>Hashtag fashion axe fingerstache, everyday carry shoreditch pinterest umami authentic brooklyn YOLO.</a:t>
            </a:r>
            <a:endParaRPr/>
          </a:p>
        </p:txBody>
      </p:sp>
      <p:sp>
        <p:nvSpPr>
          <p:cNvPr id="269" name="Google Shape;269;p14"/>
          <p:cNvSpPr txBox="1"/>
          <p:nvPr/>
        </p:nvSpPr>
        <p:spPr>
          <a:xfrm>
            <a:off x="4253639" y="4626578"/>
            <a:ext cx="4333378" cy="62017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lang="en-US" sz="2800">
                <a:solidFill>
                  <a:schemeClr val="accent1"/>
                </a:solidFill>
                <a:latin typeface="Arial"/>
                <a:ea typeface="Arial"/>
                <a:cs typeface="Arial"/>
                <a:sym typeface="Arial"/>
              </a:rPr>
              <a:t>Analysis 01</a:t>
            </a:r>
            <a:endParaRPr/>
          </a:p>
        </p:txBody>
      </p:sp>
      <p:sp>
        <p:nvSpPr>
          <p:cNvPr id="270" name="Google Shape;270;p14"/>
          <p:cNvSpPr txBox="1"/>
          <p:nvPr/>
        </p:nvSpPr>
        <p:spPr>
          <a:xfrm>
            <a:off x="4240378" y="9314695"/>
            <a:ext cx="6910428" cy="15633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200">
                <a:solidFill>
                  <a:schemeClr val="accent2"/>
                </a:solidFill>
                <a:latin typeface="Arial"/>
                <a:ea typeface="Arial"/>
                <a:cs typeface="Arial"/>
                <a:sym typeface="Arial"/>
              </a:rPr>
              <a:t>Synth chartreuse XOXO, tacos brooklyn VHS plaid.</a:t>
            </a:r>
            <a:endParaRPr/>
          </a:p>
          <a:p>
            <a:pPr indent="0" lvl="0" marL="0" marR="0" rtl="0" algn="l">
              <a:lnSpc>
                <a:spcPct val="150000"/>
              </a:lnSpc>
              <a:spcBef>
                <a:spcPts val="0"/>
              </a:spcBef>
              <a:spcAft>
                <a:spcPts val="0"/>
              </a:spcAft>
              <a:buNone/>
            </a:pPr>
            <a:r>
              <a:rPr lang="en-US" sz="2200">
                <a:solidFill>
                  <a:schemeClr val="accent2"/>
                </a:solidFill>
                <a:latin typeface="Arial"/>
                <a:ea typeface="Arial"/>
                <a:cs typeface="Arial"/>
                <a:sym typeface="Arial"/>
              </a:rPr>
              <a:t>Hashtag fashion axe fingerstache, everyday carry shoreditch pinterest umami authentic brooklyn YOLO.</a:t>
            </a:r>
            <a:endParaRPr/>
          </a:p>
        </p:txBody>
      </p:sp>
      <p:sp>
        <p:nvSpPr>
          <p:cNvPr id="271" name="Google Shape;271;p14"/>
          <p:cNvSpPr txBox="1"/>
          <p:nvPr/>
        </p:nvSpPr>
        <p:spPr>
          <a:xfrm>
            <a:off x="4253639" y="8642670"/>
            <a:ext cx="4333378" cy="62017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lang="en-US" sz="2800">
                <a:solidFill>
                  <a:schemeClr val="accent1"/>
                </a:solidFill>
                <a:latin typeface="Arial"/>
                <a:ea typeface="Arial"/>
                <a:cs typeface="Arial"/>
                <a:sym typeface="Arial"/>
              </a:rPr>
              <a:t>Analysis 03</a:t>
            </a:r>
            <a:endParaRPr/>
          </a:p>
        </p:txBody>
      </p:sp>
      <p:sp>
        <p:nvSpPr>
          <p:cNvPr id="272" name="Google Shape;272;p14"/>
          <p:cNvSpPr txBox="1"/>
          <p:nvPr/>
        </p:nvSpPr>
        <p:spPr>
          <a:xfrm>
            <a:off x="14466968" y="5298601"/>
            <a:ext cx="6910428" cy="15633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200">
                <a:solidFill>
                  <a:schemeClr val="accent2"/>
                </a:solidFill>
                <a:latin typeface="Arial"/>
                <a:ea typeface="Arial"/>
                <a:cs typeface="Arial"/>
                <a:sym typeface="Arial"/>
              </a:rPr>
              <a:t>Synth chartreuse XOXO, tacos brooklyn VHS plaid.</a:t>
            </a:r>
            <a:endParaRPr/>
          </a:p>
          <a:p>
            <a:pPr indent="0" lvl="0" marL="0" marR="0" rtl="0" algn="l">
              <a:lnSpc>
                <a:spcPct val="150000"/>
              </a:lnSpc>
              <a:spcBef>
                <a:spcPts val="0"/>
              </a:spcBef>
              <a:spcAft>
                <a:spcPts val="0"/>
              </a:spcAft>
              <a:buNone/>
            </a:pPr>
            <a:r>
              <a:rPr lang="en-US" sz="2200">
                <a:solidFill>
                  <a:schemeClr val="accent2"/>
                </a:solidFill>
                <a:latin typeface="Arial"/>
                <a:ea typeface="Arial"/>
                <a:cs typeface="Arial"/>
                <a:sym typeface="Arial"/>
              </a:rPr>
              <a:t>Hashtag fashion axe fingerstache, everyday carry shoreditch pinterest umami authentic brooklyn YOLO.</a:t>
            </a:r>
            <a:endParaRPr/>
          </a:p>
        </p:txBody>
      </p:sp>
      <p:sp>
        <p:nvSpPr>
          <p:cNvPr id="273" name="Google Shape;273;p14"/>
          <p:cNvSpPr txBox="1"/>
          <p:nvPr/>
        </p:nvSpPr>
        <p:spPr>
          <a:xfrm>
            <a:off x="14480229" y="4626578"/>
            <a:ext cx="4333378" cy="62017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lang="en-US" sz="2800">
                <a:solidFill>
                  <a:schemeClr val="accent1"/>
                </a:solidFill>
                <a:latin typeface="Arial"/>
                <a:ea typeface="Arial"/>
                <a:cs typeface="Arial"/>
                <a:sym typeface="Arial"/>
              </a:rPr>
              <a:t>Analysis 02</a:t>
            </a:r>
            <a:endParaRPr/>
          </a:p>
        </p:txBody>
      </p:sp>
      <p:sp>
        <p:nvSpPr>
          <p:cNvPr id="274" name="Google Shape;274;p14"/>
          <p:cNvSpPr txBox="1"/>
          <p:nvPr/>
        </p:nvSpPr>
        <p:spPr>
          <a:xfrm>
            <a:off x="14466968" y="9314695"/>
            <a:ext cx="6910428" cy="15633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200">
                <a:solidFill>
                  <a:schemeClr val="accent2"/>
                </a:solidFill>
                <a:latin typeface="Arial"/>
                <a:ea typeface="Arial"/>
                <a:cs typeface="Arial"/>
                <a:sym typeface="Arial"/>
              </a:rPr>
              <a:t>Synth chartreuse XOXO, tacos brooklyn VHS plaid.</a:t>
            </a:r>
            <a:endParaRPr/>
          </a:p>
          <a:p>
            <a:pPr indent="0" lvl="0" marL="0" marR="0" rtl="0" algn="l">
              <a:lnSpc>
                <a:spcPct val="150000"/>
              </a:lnSpc>
              <a:spcBef>
                <a:spcPts val="0"/>
              </a:spcBef>
              <a:spcAft>
                <a:spcPts val="0"/>
              </a:spcAft>
              <a:buNone/>
            </a:pPr>
            <a:r>
              <a:rPr lang="en-US" sz="2200">
                <a:solidFill>
                  <a:schemeClr val="accent2"/>
                </a:solidFill>
                <a:latin typeface="Arial"/>
                <a:ea typeface="Arial"/>
                <a:cs typeface="Arial"/>
                <a:sym typeface="Arial"/>
              </a:rPr>
              <a:t>Hashtag fashion axe fingerstache, everyday carry shoreditch pinterest umami authentic brooklyn YOLO.</a:t>
            </a:r>
            <a:endParaRPr/>
          </a:p>
        </p:txBody>
      </p:sp>
      <p:sp>
        <p:nvSpPr>
          <p:cNvPr id="275" name="Google Shape;275;p14"/>
          <p:cNvSpPr txBox="1"/>
          <p:nvPr/>
        </p:nvSpPr>
        <p:spPr>
          <a:xfrm>
            <a:off x="14480229" y="8642670"/>
            <a:ext cx="4333378" cy="62017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lang="en-US" sz="2800">
                <a:solidFill>
                  <a:schemeClr val="accent1"/>
                </a:solidFill>
                <a:latin typeface="Arial"/>
                <a:ea typeface="Arial"/>
                <a:cs typeface="Arial"/>
                <a:sym typeface="Arial"/>
              </a:rPr>
              <a:t>Analysis 04</a:t>
            </a:r>
            <a:endParaRPr/>
          </a:p>
        </p:txBody>
      </p:sp>
      <p:sp>
        <p:nvSpPr>
          <p:cNvPr id="276" name="Google Shape;276;p14"/>
          <p:cNvSpPr/>
          <p:nvPr/>
        </p:nvSpPr>
        <p:spPr>
          <a:xfrm>
            <a:off x="13392814" y="4562810"/>
            <a:ext cx="914400" cy="914400"/>
          </a:xfrm>
          <a:prstGeom prst="rect">
            <a:avLst/>
          </a:prstGeom>
          <a:noFill/>
          <a:ln>
            <a:noFill/>
          </a:ln>
        </p:spPr>
      </p:sp>
      <p:sp>
        <p:nvSpPr>
          <p:cNvPr id="277" name="Google Shape;277;p14"/>
          <p:cNvSpPr/>
          <p:nvPr/>
        </p:nvSpPr>
        <p:spPr>
          <a:xfrm>
            <a:off x="13392814" y="8585520"/>
            <a:ext cx="914400" cy="914400"/>
          </a:xfrm>
          <a:prstGeom prst="rect">
            <a:avLst/>
          </a:prstGeom>
          <a:noFill/>
          <a:ln>
            <a:noFill/>
          </a:ln>
        </p:spPr>
      </p:sp>
      <p:sp>
        <p:nvSpPr>
          <p:cNvPr id="278" name="Google Shape;278;p14"/>
          <p:cNvSpPr/>
          <p:nvPr/>
        </p:nvSpPr>
        <p:spPr>
          <a:xfrm>
            <a:off x="3085932" y="8440778"/>
            <a:ext cx="914400" cy="914400"/>
          </a:xfrm>
          <a:prstGeom prst="rect">
            <a:avLst/>
          </a:prstGeom>
          <a:noFill/>
          <a:ln>
            <a:noFill/>
          </a:ln>
        </p:spPr>
      </p:sp>
      <p:sp>
        <p:nvSpPr>
          <p:cNvPr id="279" name="Google Shape;279;p14"/>
          <p:cNvSpPr/>
          <p:nvPr/>
        </p:nvSpPr>
        <p:spPr>
          <a:xfrm>
            <a:off x="3085932" y="4562810"/>
            <a:ext cx="914400" cy="914400"/>
          </a:xfrm>
          <a:prstGeom prst="rect">
            <a:avLst/>
          </a:prstGeom>
          <a:noFill/>
          <a:ln>
            <a:noFill/>
          </a:ln>
        </p:spPr>
      </p:sp>
      <p:sp>
        <p:nvSpPr>
          <p:cNvPr id="280" name="Google Shape;280;p14"/>
          <p:cNvSpPr txBox="1"/>
          <p:nvPr>
            <p:ph idx="1" type="body"/>
          </p:nvPr>
        </p:nvSpPr>
        <p:spPr>
          <a:xfrm>
            <a:off x="1186666" y="1275899"/>
            <a:ext cx="8644538" cy="40902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accent2"/>
              </a:buClr>
              <a:buSzPts val="2800"/>
              <a:buNone/>
            </a:pPr>
            <a:r>
              <a:t/>
            </a:r>
            <a:endParaRPr/>
          </a:p>
        </p:txBody>
      </p:sp>
      <p:sp>
        <p:nvSpPr>
          <p:cNvPr id="281" name="Google Shape;281;p14"/>
          <p:cNvSpPr txBox="1"/>
          <p:nvPr>
            <p:ph idx="2" type="body"/>
          </p:nvPr>
        </p:nvSpPr>
        <p:spPr>
          <a:xfrm>
            <a:off x="1186666" y="465157"/>
            <a:ext cx="20155958" cy="798539"/>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C4E8B"/>
              </a:buClr>
              <a:buSzPts val="56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5"/>
          <p:cNvSpPr txBox="1"/>
          <p:nvPr>
            <p:ph type="title"/>
          </p:nvPr>
        </p:nvSpPr>
        <p:spPr>
          <a:xfrm>
            <a:off x="5872298" y="6098738"/>
            <a:ext cx="12407928" cy="1383254"/>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lt1"/>
              </a:buClr>
              <a:buSzPts val="13200"/>
              <a:buFont typeface="Arial"/>
              <a:buNone/>
            </a:pPr>
            <a:r>
              <a:rPr lang="en-US"/>
              <a:t>Thank you</a:t>
            </a:r>
            <a:endParaRPr/>
          </a:p>
        </p:txBody>
      </p:sp>
    </p:spTree>
  </p:cSld>
  <p:clrMapOvr>
    <a:masterClrMapping/>
  </p:clrMapOvr>
  <mc:AlternateContent>
    <mc:Choice Requires="p14">
      <p:transition spd="slow" p14:dur="1250">
        <p14:flip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6"/>
          <p:cNvSpPr txBox="1"/>
          <p:nvPr>
            <p:ph idx="1" type="body"/>
          </p:nvPr>
        </p:nvSpPr>
        <p:spPr>
          <a:xfrm>
            <a:off x="1778939" y="4501777"/>
            <a:ext cx="10114574" cy="505623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11500"/>
              <a:buNone/>
            </a:pPr>
            <a:r>
              <a:rPr b="0" lang="en-US" sz="11500">
                <a:latin typeface="Arial"/>
                <a:ea typeface="Arial"/>
                <a:cs typeface="Arial"/>
                <a:sym typeface="Arial"/>
              </a:rPr>
              <a:t>Thank You</a:t>
            </a:r>
            <a:endParaRPr/>
          </a:p>
        </p:txBody>
      </p:sp>
      <p:sp>
        <p:nvSpPr>
          <p:cNvPr id="294" name="Google Shape;294;p16"/>
          <p:cNvSpPr txBox="1"/>
          <p:nvPr>
            <p:ph idx="2" type="body"/>
          </p:nvPr>
        </p:nvSpPr>
        <p:spPr>
          <a:xfrm>
            <a:off x="1778939" y="10285428"/>
            <a:ext cx="8644538" cy="1641736"/>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lt1"/>
              </a:buClr>
              <a:buSzPts val="2200"/>
              <a:buNone/>
            </a:pPr>
            <a:r>
              <a:rPr lang="en-US"/>
              <a:t>Saudi Agricultural and Livestock Investment Company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ner Slids English">
  <a:themeElements>
    <a:clrScheme name="SALIC 2023">
      <a:dk1>
        <a:srgbClr val="08305C"/>
      </a:dk1>
      <a:lt1>
        <a:srgbClr val="FFFFFF"/>
      </a:lt1>
      <a:dk2>
        <a:srgbClr val="08305C"/>
      </a:dk2>
      <a:lt2>
        <a:srgbClr val="FFFFFF"/>
      </a:lt2>
      <a:accent1>
        <a:srgbClr val="0B4D89"/>
      </a:accent1>
      <a:accent2>
        <a:srgbClr val="2A7C62"/>
      </a:accent2>
      <a:accent3>
        <a:srgbClr val="A6D6AF"/>
      </a:accent3>
      <a:accent4>
        <a:srgbClr val="339BD6"/>
      </a:accent4>
      <a:accent5>
        <a:srgbClr val="E4F2E6"/>
      </a:accent5>
      <a:accent6>
        <a:srgbClr val="EBF5FB"/>
      </a:accent6>
      <a:hlink>
        <a:srgbClr val="F6FBF7"/>
      </a:hlink>
      <a:folHlink>
        <a:srgbClr val="0B4D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