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9" r:id="rId4"/>
  </p:sldMasterIdLst>
  <p:notesMasterIdLst>
    <p:notesMasterId r:id="rId15"/>
  </p:notesMasterIdLst>
  <p:sldIdLst>
    <p:sldId id="2147475518" r:id="rId5"/>
    <p:sldId id="2147475456" r:id="rId6"/>
    <p:sldId id="357" r:id="rId7"/>
    <p:sldId id="2147475455" r:id="rId8"/>
    <p:sldId id="2147475462" r:id="rId9"/>
    <p:sldId id="2147475472" r:id="rId10"/>
    <p:sldId id="2147475474" r:id="rId11"/>
    <p:sldId id="489" r:id="rId12"/>
    <p:sldId id="2147475473" r:id="rId13"/>
    <p:sldId id="2147475457" r:id="rId14"/>
  </p:sldIdLst>
  <p:sldSz cx="24384000" cy="13716000"/>
  <p:notesSz cx="6805613" cy="9944100"/>
  <p:custDataLst>
    <p:tags r:id="rId16"/>
  </p:custDataLst>
  <p:defaultTextStyle>
    <a:defPPr>
      <a:defRPr lang="en-US"/>
    </a:defPPr>
    <a:lvl1pPr marL="0" algn="r" defTabSz="1828754" rtl="1" eaLnBrk="1" latinLnBrk="0" hangingPunct="1">
      <a:defRPr sz="3600" kern="1200">
        <a:solidFill>
          <a:schemeClr val="tx1"/>
        </a:solidFill>
        <a:latin typeface="+mn-lt"/>
        <a:ea typeface="+mn-ea"/>
        <a:cs typeface="+mn-cs"/>
      </a:defRPr>
    </a:lvl1pPr>
    <a:lvl2pPr marL="914378" algn="r" defTabSz="1828754" rtl="1" eaLnBrk="1" latinLnBrk="0" hangingPunct="1">
      <a:defRPr sz="3600" kern="1200">
        <a:solidFill>
          <a:schemeClr val="tx1"/>
        </a:solidFill>
        <a:latin typeface="+mn-lt"/>
        <a:ea typeface="+mn-ea"/>
        <a:cs typeface="+mn-cs"/>
      </a:defRPr>
    </a:lvl2pPr>
    <a:lvl3pPr marL="1828754" algn="r" defTabSz="1828754" rtl="1" eaLnBrk="1" latinLnBrk="0" hangingPunct="1">
      <a:defRPr sz="3600" kern="1200">
        <a:solidFill>
          <a:schemeClr val="tx1"/>
        </a:solidFill>
        <a:latin typeface="+mn-lt"/>
        <a:ea typeface="+mn-ea"/>
        <a:cs typeface="+mn-cs"/>
      </a:defRPr>
    </a:lvl3pPr>
    <a:lvl4pPr marL="2743132" algn="r" defTabSz="1828754" rtl="1" eaLnBrk="1" latinLnBrk="0" hangingPunct="1">
      <a:defRPr sz="3600" kern="1200">
        <a:solidFill>
          <a:schemeClr val="tx1"/>
        </a:solidFill>
        <a:latin typeface="+mn-lt"/>
        <a:ea typeface="+mn-ea"/>
        <a:cs typeface="+mn-cs"/>
      </a:defRPr>
    </a:lvl4pPr>
    <a:lvl5pPr marL="3657508" algn="r" defTabSz="1828754" rtl="1" eaLnBrk="1" latinLnBrk="0" hangingPunct="1">
      <a:defRPr sz="3600" kern="1200">
        <a:solidFill>
          <a:schemeClr val="tx1"/>
        </a:solidFill>
        <a:latin typeface="+mn-lt"/>
        <a:ea typeface="+mn-ea"/>
        <a:cs typeface="+mn-cs"/>
      </a:defRPr>
    </a:lvl5pPr>
    <a:lvl6pPr marL="4571886" algn="r" defTabSz="1828754" rtl="1" eaLnBrk="1" latinLnBrk="0" hangingPunct="1">
      <a:defRPr sz="3600" kern="1200">
        <a:solidFill>
          <a:schemeClr val="tx1"/>
        </a:solidFill>
        <a:latin typeface="+mn-lt"/>
        <a:ea typeface="+mn-ea"/>
        <a:cs typeface="+mn-cs"/>
      </a:defRPr>
    </a:lvl6pPr>
    <a:lvl7pPr marL="5486262" algn="r" defTabSz="1828754" rtl="1" eaLnBrk="1" latinLnBrk="0" hangingPunct="1">
      <a:defRPr sz="3600" kern="1200">
        <a:solidFill>
          <a:schemeClr val="tx1"/>
        </a:solidFill>
        <a:latin typeface="+mn-lt"/>
        <a:ea typeface="+mn-ea"/>
        <a:cs typeface="+mn-cs"/>
      </a:defRPr>
    </a:lvl7pPr>
    <a:lvl8pPr marL="6400640" algn="r" defTabSz="1828754" rtl="1" eaLnBrk="1" latinLnBrk="0" hangingPunct="1">
      <a:defRPr sz="3600" kern="1200">
        <a:solidFill>
          <a:schemeClr val="tx1"/>
        </a:solidFill>
        <a:latin typeface="+mn-lt"/>
        <a:ea typeface="+mn-ea"/>
        <a:cs typeface="+mn-cs"/>
      </a:defRPr>
    </a:lvl8pPr>
    <a:lvl9pPr marL="7315018" algn="r" defTabSz="1828754" rtl="1" eaLnBrk="1" latinLnBrk="0" hangingPunct="1">
      <a:defRPr sz="3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016" userDrawn="1">
          <p15:clr>
            <a:srgbClr val="A4A3A4"/>
          </p15:clr>
        </p15:guide>
        <p15:guide id="2" pos="14544" userDrawn="1">
          <p15:clr>
            <a:srgbClr val="A4A3A4"/>
          </p15:clr>
        </p15:guide>
        <p15:guide id="4" pos="744" userDrawn="1">
          <p15:clr>
            <a:srgbClr val="A4A3A4"/>
          </p15:clr>
        </p15:guide>
        <p15:guide id="5" orient="horz" pos="1080" userDrawn="1">
          <p15:clr>
            <a:srgbClr val="A4A3A4"/>
          </p15:clr>
        </p15:guide>
        <p15:guide id="6" pos="7896" userDrawn="1">
          <p15:clr>
            <a:srgbClr val="A4A3A4"/>
          </p15:clr>
        </p15:guide>
        <p15:guide id="7" pos="7056"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47584C-EF47-5D49-894F-B76D83C3D664}" name="Nasser Alissa" initials="NA" userId="S::Nasser.Alissa@salic.com::1a815712-ca92-4a36-a0c0-6ba99b7b431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9BD6"/>
    <a:srgbClr val="D93F40"/>
    <a:srgbClr val="E6AF00"/>
    <a:srgbClr val="FFFFFF"/>
    <a:srgbClr val="0B4D89"/>
    <a:srgbClr val="2A7C62"/>
    <a:srgbClr val="267B62"/>
    <a:srgbClr val="DBEEDE"/>
    <a:srgbClr val="A6D6AF"/>
    <a:srgbClr val="0F50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05A416-BD9B-4926-984C-D190A8BBAC66}" v="9" dt="2026-05-20T20:01:04.21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35" d="100"/>
          <a:sy n="35" d="100"/>
        </p:scale>
        <p:origin x="512" y="88"/>
      </p:cViewPr>
      <p:guideLst>
        <p:guide orient="horz" pos="8016"/>
        <p:guide pos="14544"/>
        <p:guide pos="744"/>
        <p:guide orient="horz" pos="1080"/>
        <p:guide pos="7896"/>
        <p:guide pos="705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49099" cy="498932"/>
          </a:xfrm>
          <a:prstGeom prst="rect">
            <a:avLst/>
          </a:prstGeom>
        </p:spPr>
        <p:txBody>
          <a:bodyPr vert="horz" lIns="91568" tIns="45784" rIns="91568" bIns="45784" rtlCol="0"/>
          <a:lstStyle>
            <a:lvl1pPr algn="l">
              <a:defRPr sz="1200"/>
            </a:lvl1pPr>
          </a:lstStyle>
          <a:p>
            <a:endParaRPr lang="en-US"/>
          </a:p>
        </p:txBody>
      </p:sp>
      <p:sp>
        <p:nvSpPr>
          <p:cNvPr id="3" name="Date Placeholder 2"/>
          <p:cNvSpPr>
            <a:spLocks noGrp="1"/>
          </p:cNvSpPr>
          <p:nvPr>
            <p:ph type="dt" idx="1"/>
          </p:nvPr>
        </p:nvSpPr>
        <p:spPr>
          <a:xfrm>
            <a:off x="3854940" y="1"/>
            <a:ext cx="2949099" cy="498932"/>
          </a:xfrm>
          <a:prstGeom prst="rect">
            <a:avLst/>
          </a:prstGeom>
        </p:spPr>
        <p:txBody>
          <a:bodyPr vert="horz" lIns="91568" tIns="45784" rIns="91568" bIns="45784" rtlCol="0"/>
          <a:lstStyle>
            <a:lvl1pPr algn="r">
              <a:defRPr sz="1200"/>
            </a:lvl1pPr>
          </a:lstStyle>
          <a:p>
            <a:fld id="{078A48B4-0BE2-0046-9485-FC34169CD687}" type="datetimeFigureOut">
              <a:rPr lang="en-US" smtClean="0"/>
              <a:t>7/8/2026</a:t>
            </a:fld>
            <a:endParaRPr lang="en-US"/>
          </a:p>
        </p:txBody>
      </p:sp>
      <p:sp>
        <p:nvSpPr>
          <p:cNvPr id="4" name="Slide Image Placeholder 3"/>
          <p:cNvSpPr>
            <a:spLocks noGrp="1" noRot="1" noChangeAspect="1"/>
          </p:cNvSpPr>
          <p:nvPr>
            <p:ph type="sldImg" idx="2"/>
          </p:nvPr>
        </p:nvSpPr>
        <p:spPr>
          <a:xfrm>
            <a:off x="420688" y="1243013"/>
            <a:ext cx="5964237" cy="3355975"/>
          </a:xfrm>
          <a:prstGeom prst="rect">
            <a:avLst/>
          </a:prstGeom>
          <a:noFill/>
          <a:ln w="12700">
            <a:solidFill>
              <a:prstClr val="black"/>
            </a:solidFill>
          </a:ln>
        </p:spPr>
        <p:txBody>
          <a:bodyPr vert="horz" lIns="91568" tIns="45784" rIns="91568" bIns="45784" rtlCol="0" anchor="ctr"/>
          <a:lstStyle/>
          <a:p>
            <a:endParaRPr lang="en-US"/>
          </a:p>
        </p:txBody>
      </p:sp>
      <p:sp>
        <p:nvSpPr>
          <p:cNvPr id="5" name="Notes Placeholder 4"/>
          <p:cNvSpPr>
            <a:spLocks noGrp="1"/>
          </p:cNvSpPr>
          <p:nvPr>
            <p:ph type="body" sz="quarter" idx="3"/>
          </p:nvPr>
        </p:nvSpPr>
        <p:spPr>
          <a:xfrm>
            <a:off x="680562" y="4785598"/>
            <a:ext cx="5444490" cy="3915491"/>
          </a:xfrm>
          <a:prstGeom prst="rect">
            <a:avLst/>
          </a:prstGeom>
        </p:spPr>
        <p:txBody>
          <a:bodyPr vert="horz" lIns="91568" tIns="45784" rIns="91568" bIns="45784"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45169"/>
            <a:ext cx="2949099" cy="498931"/>
          </a:xfrm>
          <a:prstGeom prst="rect">
            <a:avLst/>
          </a:prstGeom>
        </p:spPr>
        <p:txBody>
          <a:bodyPr vert="horz" lIns="91568" tIns="45784" rIns="91568" bIns="45784" rtlCol="0" anchor="b"/>
          <a:lstStyle>
            <a:lvl1pPr algn="l">
              <a:defRPr sz="1200"/>
            </a:lvl1pPr>
          </a:lstStyle>
          <a:p>
            <a:endParaRPr lang="en-US"/>
          </a:p>
        </p:txBody>
      </p:sp>
      <p:sp>
        <p:nvSpPr>
          <p:cNvPr id="7" name="Slide Number Placeholder 6"/>
          <p:cNvSpPr>
            <a:spLocks noGrp="1"/>
          </p:cNvSpPr>
          <p:nvPr>
            <p:ph type="sldNum" sz="quarter" idx="5"/>
          </p:nvPr>
        </p:nvSpPr>
        <p:spPr>
          <a:xfrm>
            <a:off x="3854940" y="9445169"/>
            <a:ext cx="2949099" cy="498931"/>
          </a:xfrm>
          <a:prstGeom prst="rect">
            <a:avLst/>
          </a:prstGeom>
        </p:spPr>
        <p:txBody>
          <a:bodyPr vert="horz" lIns="91568" tIns="45784" rIns="91568" bIns="45784" rtlCol="0" anchor="b"/>
          <a:lstStyle>
            <a:lvl1pPr algn="r">
              <a:defRPr sz="1200"/>
            </a:lvl1pPr>
          </a:lstStyle>
          <a:p>
            <a:fld id="{D4402796-79CA-DA4D-A1ED-FA080AC86273}" type="slidenum">
              <a:rPr lang="en-US" smtClean="0"/>
              <a:t>‹#›</a:t>
            </a:fld>
            <a:endParaRPr lang="en-US"/>
          </a:p>
        </p:txBody>
      </p:sp>
    </p:spTree>
    <p:extLst>
      <p:ext uri="{BB962C8B-B14F-4D97-AF65-F5344CB8AC3E}">
        <p14:creationId xmlns:p14="http://schemas.microsoft.com/office/powerpoint/2010/main" val="1942038774"/>
      </p:ext>
    </p:extLst>
  </p:cSld>
  <p:clrMap bg1="lt1" tx1="dk1" bg2="lt2" tx2="dk2" accent1="accent1" accent2="accent2" accent3="accent3" accent4="accent4" accent5="accent5" accent6="accent6" hlink="hlink" folHlink="folHlink"/>
  <p:notesStyle>
    <a:lvl1pPr marL="0" algn="l" defTabSz="1828754" rtl="0" eaLnBrk="1" latinLnBrk="0" hangingPunct="1">
      <a:defRPr sz="2400" kern="1200">
        <a:solidFill>
          <a:schemeClr val="tx1"/>
        </a:solidFill>
        <a:latin typeface="+mn-lt"/>
        <a:ea typeface="+mn-ea"/>
        <a:cs typeface="+mn-cs"/>
      </a:defRPr>
    </a:lvl1pPr>
    <a:lvl2pPr marL="914378" algn="l" defTabSz="1828754" rtl="0" eaLnBrk="1" latinLnBrk="0" hangingPunct="1">
      <a:defRPr sz="2400" kern="1200">
        <a:solidFill>
          <a:schemeClr val="tx1"/>
        </a:solidFill>
        <a:latin typeface="+mn-lt"/>
        <a:ea typeface="+mn-ea"/>
        <a:cs typeface="+mn-cs"/>
      </a:defRPr>
    </a:lvl2pPr>
    <a:lvl3pPr marL="1828754" algn="l" defTabSz="1828754" rtl="0" eaLnBrk="1" latinLnBrk="0" hangingPunct="1">
      <a:defRPr sz="2400" kern="1200">
        <a:solidFill>
          <a:schemeClr val="tx1"/>
        </a:solidFill>
        <a:latin typeface="+mn-lt"/>
        <a:ea typeface="+mn-ea"/>
        <a:cs typeface="+mn-cs"/>
      </a:defRPr>
    </a:lvl3pPr>
    <a:lvl4pPr marL="2743132" algn="l" defTabSz="1828754" rtl="0" eaLnBrk="1" latinLnBrk="0" hangingPunct="1">
      <a:defRPr sz="2400" kern="1200">
        <a:solidFill>
          <a:schemeClr val="tx1"/>
        </a:solidFill>
        <a:latin typeface="+mn-lt"/>
        <a:ea typeface="+mn-ea"/>
        <a:cs typeface="+mn-cs"/>
      </a:defRPr>
    </a:lvl4pPr>
    <a:lvl5pPr marL="3657508" algn="l" defTabSz="1828754" rtl="0" eaLnBrk="1" latinLnBrk="0" hangingPunct="1">
      <a:defRPr sz="2400" kern="1200">
        <a:solidFill>
          <a:schemeClr val="tx1"/>
        </a:solidFill>
        <a:latin typeface="+mn-lt"/>
        <a:ea typeface="+mn-ea"/>
        <a:cs typeface="+mn-cs"/>
      </a:defRPr>
    </a:lvl5pPr>
    <a:lvl6pPr marL="4571886" algn="l" defTabSz="1828754" rtl="0" eaLnBrk="1" latinLnBrk="0" hangingPunct="1">
      <a:defRPr sz="2400" kern="1200">
        <a:solidFill>
          <a:schemeClr val="tx1"/>
        </a:solidFill>
        <a:latin typeface="+mn-lt"/>
        <a:ea typeface="+mn-ea"/>
        <a:cs typeface="+mn-cs"/>
      </a:defRPr>
    </a:lvl6pPr>
    <a:lvl7pPr marL="5486262" algn="l" defTabSz="1828754" rtl="0" eaLnBrk="1" latinLnBrk="0" hangingPunct="1">
      <a:defRPr sz="2400" kern="1200">
        <a:solidFill>
          <a:schemeClr val="tx1"/>
        </a:solidFill>
        <a:latin typeface="+mn-lt"/>
        <a:ea typeface="+mn-ea"/>
        <a:cs typeface="+mn-cs"/>
      </a:defRPr>
    </a:lvl7pPr>
    <a:lvl8pPr marL="6400640" algn="l" defTabSz="1828754" rtl="0" eaLnBrk="1" latinLnBrk="0" hangingPunct="1">
      <a:defRPr sz="2400" kern="1200">
        <a:solidFill>
          <a:schemeClr val="tx1"/>
        </a:solidFill>
        <a:latin typeface="+mn-lt"/>
        <a:ea typeface="+mn-ea"/>
        <a:cs typeface="+mn-cs"/>
      </a:defRPr>
    </a:lvl8pPr>
    <a:lvl9pPr marL="7315018" algn="l" defTabSz="1828754"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02796-79CA-DA4D-A1ED-FA080AC86273}" type="slidenum">
              <a:rPr lang="en-US" smtClean="0"/>
              <a:t>1</a:t>
            </a:fld>
            <a:endParaRPr lang="en-US"/>
          </a:p>
        </p:txBody>
      </p:sp>
    </p:spTree>
    <p:extLst>
      <p:ext uri="{BB962C8B-B14F-4D97-AF65-F5344CB8AC3E}">
        <p14:creationId xmlns:p14="http://schemas.microsoft.com/office/powerpoint/2010/main" val="28435641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02796-79CA-DA4D-A1ED-FA080AC86273}" type="slidenum">
              <a:rPr lang="en-US" smtClean="0"/>
              <a:t>2</a:t>
            </a:fld>
            <a:endParaRPr lang="en-US"/>
          </a:p>
        </p:txBody>
      </p:sp>
    </p:spTree>
    <p:extLst>
      <p:ext uri="{BB962C8B-B14F-4D97-AF65-F5344CB8AC3E}">
        <p14:creationId xmlns:p14="http://schemas.microsoft.com/office/powerpoint/2010/main" val="25767642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7352350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02796-79CA-DA4D-A1ED-FA080AC86273}" type="slidenum">
              <a:rPr lang="en-US" smtClean="0"/>
              <a:t>4</a:t>
            </a:fld>
            <a:endParaRPr lang="en-US"/>
          </a:p>
        </p:txBody>
      </p:sp>
    </p:spTree>
    <p:extLst>
      <p:ext uri="{BB962C8B-B14F-4D97-AF65-F5344CB8AC3E}">
        <p14:creationId xmlns:p14="http://schemas.microsoft.com/office/powerpoint/2010/main" val="35296708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02796-79CA-DA4D-A1ED-FA080AC86273}" type="slidenum">
              <a:rPr lang="en-US" smtClean="0"/>
              <a:t>5</a:t>
            </a:fld>
            <a:endParaRPr lang="en-US"/>
          </a:p>
        </p:txBody>
      </p:sp>
    </p:spTree>
    <p:extLst>
      <p:ext uri="{BB962C8B-B14F-4D97-AF65-F5344CB8AC3E}">
        <p14:creationId xmlns:p14="http://schemas.microsoft.com/office/powerpoint/2010/main" val="42675904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02796-79CA-DA4D-A1ED-FA080AC86273}" type="slidenum">
              <a:rPr lang="en-US" smtClean="0"/>
              <a:t>6</a:t>
            </a:fld>
            <a:endParaRPr lang="en-US"/>
          </a:p>
        </p:txBody>
      </p:sp>
    </p:spTree>
    <p:extLst>
      <p:ext uri="{BB962C8B-B14F-4D97-AF65-F5344CB8AC3E}">
        <p14:creationId xmlns:p14="http://schemas.microsoft.com/office/powerpoint/2010/main" val="18490836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02796-79CA-DA4D-A1ED-FA080AC86273}" type="slidenum">
              <a:rPr lang="en-US" smtClean="0"/>
              <a:t>7</a:t>
            </a:fld>
            <a:endParaRPr lang="en-US"/>
          </a:p>
        </p:txBody>
      </p:sp>
    </p:spTree>
    <p:extLst>
      <p:ext uri="{BB962C8B-B14F-4D97-AF65-F5344CB8AC3E}">
        <p14:creationId xmlns:p14="http://schemas.microsoft.com/office/powerpoint/2010/main" val="42798801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02796-79CA-DA4D-A1ED-FA080AC86273}" type="slidenum">
              <a:rPr lang="en-US" smtClean="0"/>
              <a:t>8</a:t>
            </a:fld>
            <a:endParaRPr lang="en-US"/>
          </a:p>
        </p:txBody>
      </p:sp>
    </p:spTree>
    <p:extLst>
      <p:ext uri="{BB962C8B-B14F-4D97-AF65-F5344CB8AC3E}">
        <p14:creationId xmlns:p14="http://schemas.microsoft.com/office/powerpoint/2010/main" val="26016954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02796-79CA-DA4D-A1ED-FA080AC86273}" type="slidenum">
              <a:rPr lang="en-US" smtClean="0"/>
              <a:t>9</a:t>
            </a:fld>
            <a:endParaRPr lang="en-US"/>
          </a:p>
        </p:txBody>
      </p:sp>
    </p:spTree>
    <p:extLst>
      <p:ext uri="{BB962C8B-B14F-4D97-AF65-F5344CB8AC3E}">
        <p14:creationId xmlns:p14="http://schemas.microsoft.com/office/powerpoint/2010/main" val="16377763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4402796-79CA-DA4D-A1ED-FA080AC86273}" type="slidenum">
              <a:rPr lang="en-US" smtClean="0"/>
              <a:t>10</a:t>
            </a:fld>
            <a:endParaRPr lang="en-US"/>
          </a:p>
        </p:txBody>
      </p:sp>
    </p:spTree>
    <p:extLst>
      <p:ext uri="{BB962C8B-B14F-4D97-AF65-F5344CB8AC3E}">
        <p14:creationId xmlns:p14="http://schemas.microsoft.com/office/powerpoint/2010/main" val="333683930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over Slid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7AC33FB-7D0F-7C4A-B3F9-A89B9C3F413B}"/>
              </a:ext>
            </a:extLst>
          </p:cNvPr>
          <p:cNvSpPr>
            <a:spLocks noGrp="1" noRot="1" noMove="1" noResize="1" noEditPoints="1" noAdjustHandles="1" noChangeArrowheads="1" noChangeShapeType="1"/>
          </p:cNvSpPr>
          <p:nvPr userDrawn="1"/>
        </p:nvSpPr>
        <p:spPr>
          <a:xfrm>
            <a:off x="0" y="0"/>
            <a:ext cx="24384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200" dirty="0">
              <a:latin typeface="Bahij TheSansArabic Plain" panose="02040503050201020203" pitchFamily="18" charset="-78"/>
            </a:endParaRPr>
          </a:p>
        </p:txBody>
      </p:sp>
      <p:pic>
        <p:nvPicPr>
          <p:cNvPr id="7" name="Picture 6" hidden="1">
            <a:extLst>
              <a:ext uri="{FF2B5EF4-FFF2-40B4-BE49-F238E27FC236}">
                <a16:creationId xmlns:a16="http://schemas.microsoft.com/office/drawing/2014/main" id="{4D21D6D7-C1B3-6E4D-96E0-59E9223D2B2C}"/>
              </a:ext>
            </a:extLst>
          </p:cNvPr>
          <p:cNvPicPr>
            <a:picLocks noChangeAspect="1"/>
          </p:cNvPicPr>
          <p:nvPr userDrawn="1"/>
        </p:nvPicPr>
        <p:blipFill>
          <a:blip r:embed="rId2"/>
          <a:stretch>
            <a:fillRect/>
          </a:stretch>
        </p:blipFill>
        <p:spPr>
          <a:xfrm>
            <a:off x="0" y="0"/>
            <a:ext cx="24358600" cy="13716000"/>
          </a:xfrm>
          <a:prstGeom prst="rect">
            <a:avLst/>
          </a:prstGeom>
        </p:spPr>
      </p:pic>
      <p:grpSp>
        <p:nvGrpSpPr>
          <p:cNvPr id="8" name="Group 7">
            <a:extLst>
              <a:ext uri="{FF2B5EF4-FFF2-40B4-BE49-F238E27FC236}">
                <a16:creationId xmlns:a16="http://schemas.microsoft.com/office/drawing/2014/main" id="{F1BA8376-9D75-2A4F-9A23-59780C2EE305}"/>
              </a:ext>
            </a:extLst>
          </p:cNvPr>
          <p:cNvGrpSpPr/>
          <p:nvPr userDrawn="1"/>
        </p:nvGrpSpPr>
        <p:grpSpPr>
          <a:xfrm>
            <a:off x="1970085" y="9898857"/>
            <a:ext cx="5995914" cy="22862"/>
            <a:chOff x="1313580" y="4500919"/>
            <a:chExt cx="2997957" cy="11431"/>
          </a:xfrm>
        </p:grpSpPr>
        <p:sp>
          <p:nvSpPr>
            <p:cNvPr id="9" name="Shape 1036">
              <a:extLst>
                <a:ext uri="{FF2B5EF4-FFF2-40B4-BE49-F238E27FC236}">
                  <a16:creationId xmlns:a16="http://schemas.microsoft.com/office/drawing/2014/main" id="{F927E434-298F-1643-9071-E876EDC9EEE9}"/>
                </a:ext>
              </a:extLst>
            </p:cNvPr>
            <p:cNvSpPr/>
            <p:nvPr/>
          </p:nvSpPr>
          <p:spPr>
            <a:xfrm>
              <a:off x="1313580" y="4500919"/>
              <a:ext cx="1085850" cy="1"/>
            </a:xfrm>
            <a:prstGeom prst="line">
              <a:avLst/>
            </a:prstGeom>
            <a:noFill/>
            <a:ln w="25400" cap="flat">
              <a:solidFill>
                <a:schemeClr val="bg1"/>
              </a:solidFill>
              <a:prstDash val="solid"/>
              <a:miter lim="800000"/>
            </a:ln>
            <a:effectLst/>
          </p:spPr>
          <p:txBody>
            <a:bodyPr wrap="square" lIns="45719" tIns="45719" rIns="45719" bIns="45719" numCol="1" anchor="t">
              <a:noAutofit/>
            </a:bodyPr>
            <a:lstStyle/>
            <a:p>
              <a:endParaRPr sz="7200">
                <a:solidFill>
                  <a:schemeClr val="bg1"/>
                </a:solidFill>
                <a:latin typeface="Bahij TheSansArabic Plain" panose="02040503050201020203" pitchFamily="18" charset="-78"/>
              </a:endParaRPr>
            </a:p>
          </p:txBody>
        </p:sp>
        <p:sp>
          <p:nvSpPr>
            <p:cNvPr id="10" name="Shape 1037">
              <a:extLst>
                <a:ext uri="{FF2B5EF4-FFF2-40B4-BE49-F238E27FC236}">
                  <a16:creationId xmlns:a16="http://schemas.microsoft.com/office/drawing/2014/main" id="{3FE9DDF0-F3BD-3F45-B366-060C479BB7C9}"/>
                </a:ext>
              </a:extLst>
            </p:cNvPr>
            <p:cNvSpPr/>
            <p:nvPr/>
          </p:nvSpPr>
          <p:spPr>
            <a:xfrm>
              <a:off x="1313580" y="4512350"/>
              <a:ext cx="2997957" cy="0"/>
            </a:xfrm>
            <a:prstGeom prst="line">
              <a:avLst/>
            </a:prstGeom>
            <a:noFill/>
            <a:ln w="9525" cap="flat">
              <a:solidFill>
                <a:schemeClr val="bg1"/>
              </a:solidFill>
              <a:prstDash val="solid"/>
              <a:miter lim="800000"/>
            </a:ln>
            <a:effectLst/>
          </p:spPr>
          <p:txBody>
            <a:bodyPr wrap="square" lIns="45719" tIns="45719" rIns="45719" bIns="45719" numCol="1" anchor="t">
              <a:noAutofit/>
            </a:bodyPr>
            <a:lstStyle/>
            <a:p>
              <a:endParaRPr sz="7200">
                <a:solidFill>
                  <a:schemeClr val="bg1"/>
                </a:solidFill>
                <a:latin typeface="Bahij TheSansArabic Plain" panose="02040503050201020203" pitchFamily="18" charset="-78"/>
              </a:endParaRPr>
            </a:p>
          </p:txBody>
        </p:sp>
      </p:grpSp>
      <p:sp>
        <p:nvSpPr>
          <p:cNvPr id="12" name="Text Placeholder 2">
            <a:extLst>
              <a:ext uri="{FF2B5EF4-FFF2-40B4-BE49-F238E27FC236}">
                <a16:creationId xmlns:a16="http://schemas.microsoft.com/office/drawing/2014/main" id="{BE2BE87F-1095-DF46-B8A6-F14527A26B35}"/>
              </a:ext>
            </a:extLst>
          </p:cNvPr>
          <p:cNvSpPr>
            <a:spLocks noGrp="1"/>
          </p:cNvSpPr>
          <p:nvPr>
            <p:ph type="body" sz="quarter" idx="13" hasCustomPrompt="1"/>
          </p:nvPr>
        </p:nvSpPr>
        <p:spPr>
          <a:xfrm>
            <a:off x="1778939" y="4501777"/>
            <a:ext cx="10114574" cy="5056234"/>
          </a:xfrm>
          <a:prstGeom prst="rect">
            <a:avLst/>
          </a:prstGeom>
        </p:spPr>
        <p:txBody>
          <a:bodyPr anchor="ctr">
            <a:noAutofit/>
          </a:bodyPr>
          <a:lstStyle>
            <a:lvl1pPr marL="0" indent="0" algn="l">
              <a:buNone/>
              <a:defRPr sz="9600" b="0" i="0" baseline="0">
                <a:solidFill>
                  <a:schemeClr val="bg1"/>
                </a:solidFill>
                <a:latin typeface="Bahij TheSansArabic Black" panose="02040703060201020203" pitchFamily="18" charset="-78"/>
                <a:ea typeface="Roboto Black" panose="02000000000000000000" pitchFamily="2" charset="0"/>
                <a:cs typeface="Bahij TheSansArabic Black" panose="02040703060201020203" pitchFamily="18" charset="-78"/>
              </a:defRPr>
            </a:lvl1pPr>
          </a:lstStyle>
          <a:p>
            <a:pPr lvl="0"/>
            <a:r>
              <a:rPr lang="en-US"/>
              <a:t>Insert your title here</a:t>
            </a:r>
          </a:p>
        </p:txBody>
      </p:sp>
      <p:sp>
        <p:nvSpPr>
          <p:cNvPr id="13" name="Text Placeholder 2">
            <a:extLst>
              <a:ext uri="{FF2B5EF4-FFF2-40B4-BE49-F238E27FC236}">
                <a16:creationId xmlns:a16="http://schemas.microsoft.com/office/drawing/2014/main" id="{07EA2DB5-E9E9-544D-8D39-24F722D644E3}"/>
              </a:ext>
            </a:extLst>
          </p:cNvPr>
          <p:cNvSpPr>
            <a:spLocks noGrp="1"/>
          </p:cNvSpPr>
          <p:nvPr>
            <p:ph type="body" sz="quarter" idx="14" hasCustomPrompt="1"/>
          </p:nvPr>
        </p:nvSpPr>
        <p:spPr>
          <a:xfrm>
            <a:off x="1778939" y="10285428"/>
            <a:ext cx="8644538" cy="1641736"/>
          </a:xfrm>
          <a:prstGeom prst="rect">
            <a:avLst/>
          </a:prstGeom>
        </p:spPr>
        <p:txBody>
          <a:bodyPr>
            <a:noAutofit/>
          </a:bodyPr>
          <a:lstStyle>
            <a:lvl1pPr marL="0" indent="0" algn="l">
              <a:lnSpc>
                <a:spcPct val="150000"/>
              </a:lnSpc>
              <a:buNone/>
              <a:defRPr sz="2200" b="0" i="0">
                <a:solidFill>
                  <a:schemeClr val="bg1"/>
                </a:solidFill>
                <a:latin typeface="Source Sans Pro Light" panose="020B0403030403020204" pitchFamily="34" charset="0"/>
                <a:ea typeface="Source Sans Pro Light" panose="020B0403030403020204" pitchFamily="34" charset="0"/>
              </a:defRPr>
            </a:lvl1pPr>
          </a:lstStyle>
          <a:p>
            <a:pPr lvl="0"/>
            <a:r>
              <a:rPr lang="en-US"/>
              <a:t>Put your subtitle here</a:t>
            </a:r>
          </a:p>
        </p:txBody>
      </p:sp>
      <p:grpSp>
        <p:nvGrpSpPr>
          <p:cNvPr id="60" name="Group 59">
            <a:extLst>
              <a:ext uri="{FF2B5EF4-FFF2-40B4-BE49-F238E27FC236}">
                <a16:creationId xmlns:a16="http://schemas.microsoft.com/office/drawing/2014/main" id="{DFC2A921-4457-A3A5-C307-301182D7AEFB}"/>
              </a:ext>
            </a:extLst>
          </p:cNvPr>
          <p:cNvGrpSpPr/>
          <p:nvPr userDrawn="1"/>
        </p:nvGrpSpPr>
        <p:grpSpPr>
          <a:xfrm>
            <a:off x="12423547" y="4412496"/>
            <a:ext cx="11866952" cy="7022444"/>
            <a:chOff x="12423547" y="4412496"/>
            <a:chExt cx="11866952" cy="7022444"/>
          </a:xfrm>
        </p:grpSpPr>
        <p:sp>
          <p:nvSpPr>
            <p:cNvPr id="11" name="Freeform: Shape 10">
              <a:extLst>
                <a:ext uri="{FF2B5EF4-FFF2-40B4-BE49-F238E27FC236}">
                  <a16:creationId xmlns:a16="http://schemas.microsoft.com/office/drawing/2014/main" id="{264371CE-C8AD-CDA3-0E17-C1C12F751E74}"/>
                </a:ext>
              </a:extLst>
            </p:cNvPr>
            <p:cNvSpPr/>
            <p:nvPr/>
          </p:nvSpPr>
          <p:spPr>
            <a:xfrm>
              <a:off x="22111149" y="6834043"/>
              <a:ext cx="2179350" cy="2179349"/>
            </a:xfrm>
            <a:custGeom>
              <a:avLst/>
              <a:gdLst>
                <a:gd name="connsiteX0" fmla="*/ 2179350 w 2179350"/>
                <a:gd name="connsiteY0" fmla="*/ 2179350 h 2179349"/>
                <a:gd name="connsiteX1" fmla="*/ 2179350 w 2179350"/>
                <a:gd name="connsiteY1" fmla="*/ 2179350 h 2179349"/>
                <a:gd name="connsiteX2" fmla="*/ 0 w 2179350"/>
                <a:gd name="connsiteY2" fmla="*/ 0 h 2179349"/>
                <a:gd name="connsiteX3" fmla="*/ 0 w 2179350"/>
                <a:gd name="connsiteY3" fmla="*/ 0 h 2179349"/>
                <a:gd name="connsiteX4" fmla="*/ 2179350 w 2179350"/>
                <a:gd name="connsiteY4" fmla="*/ 2179350 h 2179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79350" h="2179349">
                  <a:moveTo>
                    <a:pt x="2179350" y="2179350"/>
                  </a:moveTo>
                  <a:lnTo>
                    <a:pt x="2179350" y="2179350"/>
                  </a:lnTo>
                  <a:cubicBezTo>
                    <a:pt x="2179350" y="975728"/>
                    <a:pt x="1203622" y="0"/>
                    <a:pt x="0" y="0"/>
                  </a:cubicBezTo>
                  <a:lnTo>
                    <a:pt x="0" y="0"/>
                  </a:lnTo>
                  <a:cubicBezTo>
                    <a:pt x="0" y="1203622"/>
                    <a:pt x="975729" y="2179350"/>
                    <a:pt x="2179350" y="2179350"/>
                  </a:cubicBezTo>
                  <a:close/>
                </a:path>
              </a:pathLst>
            </a:custGeom>
            <a:gradFill>
              <a:gsLst>
                <a:gs pos="0">
                  <a:srgbClr val="2B7C62">
                    <a:alpha val="49804"/>
                  </a:srgbClr>
                </a:gs>
                <a:gs pos="50000">
                  <a:srgbClr val="2B7C62">
                    <a:alpha val="74902"/>
                  </a:srgbClr>
                </a:gs>
                <a:gs pos="100000">
                  <a:srgbClr val="2B7C62"/>
                </a:gs>
              </a:gsLst>
              <a:lin ang="16200000" scaled="1"/>
            </a:gradFill>
            <a:ln w="4899"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FA3BFA44-392F-5CC8-EB21-547A0C9E8E58}"/>
                </a:ext>
              </a:extLst>
            </p:cNvPr>
            <p:cNvSpPr/>
            <p:nvPr/>
          </p:nvSpPr>
          <p:spPr>
            <a:xfrm>
              <a:off x="19689601" y="4412496"/>
              <a:ext cx="2179350" cy="2179349"/>
            </a:xfrm>
            <a:custGeom>
              <a:avLst/>
              <a:gdLst>
                <a:gd name="connsiteX0" fmla="*/ 2179350 w 2179350"/>
                <a:gd name="connsiteY0" fmla="*/ 2179350 h 2179349"/>
                <a:gd name="connsiteX1" fmla="*/ 2179350 w 2179350"/>
                <a:gd name="connsiteY1" fmla="*/ 2179350 h 2179349"/>
                <a:gd name="connsiteX2" fmla="*/ 0 w 2179350"/>
                <a:gd name="connsiteY2" fmla="*/ 0 h 2179349"/>
                <a:gd name="connsiteX3" fmla="*/ 0 w 2179350"/>
                <a:gd name="connsiteY3" fmla="*/ 0 h 2179349"/>
                <a:gd name="connsiteX4" fmla="*/ 2179350 w 2179350"/>
                <a:gd name="connsiteY4" fmla="*/ 2179350 h 2179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79350" h="2179349">
                  <a:moveTo>
                    <a:pt x="2179350" y="2179350"/>
                  </a:moveTo>
                  <a:lnTo>
                    <a:pt x="2179350" y="2179350"/>
                  </a:lnTo>
                  <a:cubicBezTo>
                    <a:pt x="2179350" y="975728"/>
                    <a:pt x="1203622" y="0"/>
                    <a:pt x="0" y="0"/>
                  </a:cubicBezTo>
                  <a:lnTo>
                    <a:pt x="0" y="0"/>
                  </a:lnTo>
                  <a:cubicBezTo>
                    <a:pt x="0" y="1203622"/>
                    <a:pt x="975728" y="2179350"/>
                    <a:pt x="2179350" y="2179350"/>
                  </a:cubicBezTo>
                  <a:close/>
                </a:path>
              </a:pathLst>
            </a:custGeom>
            <a:gradFill>
              <a:gsLst>
                <a:gs pos="0">
                  <a:srgbClr val="2B7C62">
                    <a:alpha val="49804"/>
                  </a:srgbClr>
                </a:gs>
                <a:gs pos="50000">
                  <a:srgbClr val="2B7C62">
                    <a:alpha val="74902"/>
                  </a:srgbClr>
                </a:gs>
                <a:gs pos="100000">
                  <a:srgbClr val="2B7C62"/>
                </a:gs>
              </a:gsLst>
              <a:lin ang="16200000" scaled="1"/>
            </a:gradFill>
            <a:ln w="4899"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9C03FB6-5FD4-46B1-F16F-C8FA6B086FAF}"/>
                </a:ext>
              </a:extLst>
            </p:cNvPr>
            <p:cNvSpPr/>
            <p:nvPr/>
          </p:nvSpPr>
          <p:spPr>
            <a:xfrm>
              <a:off x="14846504" y="6834043"/>
              <a:ext cx="2179350" cy="2179349"/>
            </a:xfrm>
            <a:custGeom>
              <a:avLst/>
              <a:gdLst>
                <a:gd name="connsiteX0" fmla="*/ 0 w 2179350"/>
                <a:gd name="connsiteY0" fmla="*/ 2179350 h 2179349"/>
                <a:gd name="connsiteX1" fmla="*/ 0 w 2179350"/>
                <a:gd name="connsiteY1" fmla="*/ 2179350 h 2179349"/>
                <a:gd name="connsiteX2" fmla="*/ 0 w 2179350"/>
                <a:gd name="connsiteY2" fmla="*/ 2179350 h 2179349"/>
                <a:gd name="connsiteX3" fmla="*/ 2179351 w 2179350"/>
                <a:gd name="connsiteY3" fmla="*/ 0 h 2179349"/>
                <a:gd name="connsiteX4" fmla="*/ 2179351 w 2179350"/>
                <a:gd name="connsiteY4" fmla="*/ 0 h 2179349"/>
                <a:gd name="connsiteX5" fmla="*/ 2179351 w 2179350"/>
                <a:gd name="connsiteY5" fmla="*/ 0 h 2179349"/>
                <a:gd name="connsiteX6" fmla="*/ 0 w 2179350"/>
                <a:gd name="connsiteY6" fmla="*/ 2179350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79350" h="2179349">
                  <a:moveTo>
                    <a:pt x="0" y="2179350"/>
                  </a:moveTo>
                  <a:lnTo>
                    <a:pt x="0" y="2179350"/>
                  </a:lnTo>
                  <a:cubicBezTo>
                    <a:pt x="0" y="2179350"/>
                    <a:pt x="0" y="2179350"/>
                    <a:pt x="0" y="2179350"/>
                  </a:cubicBezTo>
                  <a:cubicBezTo>
                    <a:pt x="1203622" y="2179350"/>
                    <a:pt x="2179351" y="1203622"/>
                    <a:pt x="2179351" y="0"/>
                  </a:cubicBezTo>
                  <a:lnTo>
                    <a:pt x="2179351" y="0"/>
                  </a:lnTo>
                  <a:cubicBezTo>
                    <a:pt x="2179351" y="0"/>
                    <a:pt x="2179351" y="0"/>
                    <a:pt x="2179351" y="0"/>
                  </a:cubicBezTo>
                  <a:cubicBezTo>
                    <a:pt x="975728" y="0"/>
                    <a:pt x="0" y="975728"/>
                    <a:pt x="0" y="2179350"/>
                  </a:cubicBezTo>
                  <a:close/>
                </a:path>
              </a:pathLst>
            </a:custGeom>
            <a:gradFill>
              <a:gsLst>
                <a:gs pos="0">
                  <a:srgbClr val="2B7C62">
                    <a:alpha val="49804"/>
                  </a:srgbClr>
                </a:gs>
                <a:gs pos="50000">
                  <a:srgbClr val="2B7C62">
                    <a:alpha val="74902"/>
                  </a:srgbClr>
                </a:gs>
                <a:gs pos="100000">
                  <a:srgbClr val="2B7C62"/>
                </a:gs>
              </a:gsLst>
              <a:lin ang="16200000" scaled="1"/>
            </a:gradFill>
            <a:ln w="4899"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5726604B-2C77-A535-76E2-6C36C8AC36C1}"/>
                </a:ext>
              </a:extLst>
            </p:cNvPr>
            <p:cNvSpPr/>
            <p:nvPr/>
          </p:nvSpPr>
          <p:spPr>
            <a:xfrm>
              <a:off x="17268052" y="4412496"/>
              <a:ext cx="968576" cy="2179349"/>
            </a:xfrm>
            <a:custGeom>
              <a:avLst/>
              <a:gdLst>
                <a:gd name="connsiteX0" fmla="*/ 0 w 968576"/>
                <a:gd name="connsiteY0" fmla="*/ 968576 h 2179349"/>
                <a:gd name="connsiteX1" fmla="*/ 0 w 968576"/>
                <a:gd name="connsiteY1" fmla="*/ 2179350 h 2179349"/>
                <a:gd name="connsiteX2" fmla="*/ 0 w 968576"/>
                <a:gd name="connsiteY2" fmla="*/ 2179350 h 2179349"/>
                <a:gd name="connsiteX3" fmla="*/ 968576 w 968576"/>
                <a:gd name="connsiteY3" fmla="*/ 1210774 h 2179349"/>
                <a:gd name="connsiteX4" fmla="*/ 968576 w 968576"/>
                <a:gd name="connsiteY4" fmla="*/ 0 h 2179349"/>
                <a:gd name="connsiteX5" fmla="*/ 968576 w 968576"/>
                <a:gd name="connsiteY5" fmla="*/ 0 h 2179349"/>
                <a:gd name="connsiteX6" fmla="*/ 0 w 968576"/>
                <a:gd name="connsiteY6" fmla="*/ 968576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68576" h="2179349">
                  <a:moveTo>
                    <a:pt x="0" y="968576"/>
                  </a:moveTo>
                  <a:lnTo>
                    <a:pt x="0" y="2179350"/>
                  </a:lnTo>
                  <a:lnTo>
                    <a:pt x="0" y="2179350"/>
                  </a:lnTo>
                  <a:cubicBezTo>
                    <a:pt x="535004" y="2179350"/>
                    <a:pt x="968576" y="1745669"/>
                    <a:pt x="968576" y="1210774"/>
                  </a:cubicBezTo>
                  <a:lnTo>
                    <a:pt x="968576" y="0"/>
                  </a:lnTo>
                  <a:lnTo>
                    <a:pt x="968576" y="0"/>
                  </a:lnTo>
                  <a:cubicBezTo>
                    <a:pt x="433573" y="0"/>
                    <a:pt x="0" y="433681"/>
                    <a:pt x="0" y="968576"/>
                  </a:cubicBezTo>
                  <a:close/>
                </a:path>
              </a:pathLst>
            </a:custGeom>
            <a:gradFill>
              <a:gsLst>
                <a:gs pos="0">
                  <a:srgbClr val="2B7C62">
                    <a:alpha val="49804"/>
                  </a:srgbClr>
                </a:gs>
                <a:gs pos="50000">
                  <a:srgbClr val="2B7C62">
                    <a:alpha val="74902"/>
                  </a:srgbClr>
                </a:gs>
                <a:gs pos="100000">
                  <a:srgbClr val="2B7C62"/>
                </a:gs>
              </a:gsLst>
              <a:lin ang="16200000" scaled="1"/>
            </a:gradFill>
            <a:ln w="4899"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8899B6A8-C81D-721F-66FE-EE107B4EC1B5}"/>
                </a:ext>
              </a:extLst>
            </p:cNvPr>
            <p:cNvSpPr/>
            <p:nvPr/>
          </p:nvSpPr>
          <p:spPr>
            <a:xfrm>
              <a:off x="17268052" y="9255591"/>
              <a:ext cx="2179350" cy="2179349"/>
            </a:xfrm>
            <a:custGeom>
              <a:avLst/>
              <a:gdLst>
                <a:gd name="connsiteX0" fmla="*/ 0 w 2179350"/>
                <a:gd name="connsiteY0" fmla="*/ 2179350 h 2179349"/>
                <a:gd name="connsiteX1" fmla="*/ 0 w 2179350"/>
                <a:gd name="connsiteY1" fmla="*/ 2179350 h 2179349"/>
                <a:gd name="connsiteX2" fmla="*/ 0 w 2179350"/>
                <a:gd name="connsiteY2" fmla="*/ 2179350 h 2179349"/>
                <a:gd name="connsiteX3" fmla="*/ 2179350 w 2179350"/>
                <a:gd name="connsiteY3" fmla="*/ 0 h 2179349"/>
                <a:gd name="connsiteX4" fmla="*/ 2179350 w 2179350"/>
                <a:gd name="connsiteY4" fmla="*/ 0 h 2179349"/>
                <a:gd name="connsiteX5" fmla="*/ 2179350 w 2179350"/>
                <a:gd name="connsiteY5" fmla="*/ 0 h 2179349"/>
                <a:gd name="connsiteX6" fmla="*/ 0 w 2179350"/>
                <a:gd name="connsiteY6" fmla="*/ 2179350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79350" h="2179349">
                  <a:moveTo>
                    <a:pt x="0" y="2179350"/>
                  </a:moveTo>
                  <a:lnTo>
                    <a:pt x="0" y="2179350"/>
                  </a:lnTo>
                  <a:cubicBezTo>
                    <a:pt x="0" y="2179350"/>
                    <a:pt x="0" y="2179350"/>
                    <a:pt x="0" y="2179350"/>
                  </a:cubicBezTo>
                  <a:cubicBezTo>
                    <a:pt x="1203622" y="2179350"/>
                    <a:pt x="2179350" y="1203622"/>
                    <a:pt x="2179350" y="0"/>
                  </a:cubicBezTo>
                  <a:lnTo>
                    <a:pt x="2179350" y="0"/>
                  </a:lnTo>
                  <a:cubicBezTo>
                    <a:pt x="2179350" y="0"/>
                    <a:pt x="2179350" y="0"/>
                    <a:pt x="2179350" y="0"/>
                  </a:cubicBezTo>
                  <a:cubicBezTo>
                    <a:pt x="975729" y="0"/>
                    <a:pt x="0" y="975728"/>
                    <a:pt x="0" y="2179350"/>
                  </a:cubicBezTo>
                  <a:close/>
                </a:path>
              </a:pathLst>
            </a:custGeom>
            <a:gradFill>
              <a:gsLst>
                <a:gs pos="0">
                  <a:srgbClr val="2B7C62">
                    <a:alpha val="49804"/>
                  </a:srgbClr>
                </a:gs>
                <a:gs pos="50000">
                  <a:srgbClr val="2B7C62">
                    <a:alpha val="74902"/>
                  </a:srgbClr>
                </a:gs>
                <a:gs pos="100000">
                  <a:srgbClr val="2B7C62"/>
                </a:gs>
              </a:gsLst>
              <a:lin ang="16200000" scaled="1"/>
            </a:gradFill>
            <a:ln w="4899"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BE6C1D87-2BB5-736A-4978-6E59BB6F0D17}"/>
                </a:ext>
              </a:extLst>
            </p:cNvPr>
            <p:cNvSpPr/>
            <p:nvPr/>
          </p:nvSpPr>
          <p:spPr>
            <a:xfrm>
              <a:off x="12424955" y="9255591"/>
              <a:ext cx="2179350" cy="2179349"/>
            </a:xfrm>
            <a:custGeom>
              <a:avLst/>
              <a:gdLst>
                <a:gd name="connsiteX0" fmla="*/ 0 w 2179350"/>
                <a:gd name="connsiteY0" fmla="*/ 2179350 h 2179349"/>
                <a:gd name="connsiteX1" fmla="*/ 0 w 2179350"/>
                <a:gd name="connsiteY1" fmla="*/ 2179350 h 2179349"/>
                <a:gd name="connsiteX2" fmla="*/ 0 w 2179350"/>
                <a:gd name="connsiteY2" fmla="*/ 2179350 h 2179349"/>
                <a:gd name="connsiteX3" fmla="*/ 2179351 w 2179350"/>
                <a:gd name="connsiteY3" fmla="*/ 0 h 2179349"/>
                <a:gd name="connsiteX4" fmla="*/ 2179351 w 2179350"/>
                <a:gd name="connsiteY4" fmla="*/ 0 h 2179349"/>
                <a:gd name="connsiteX5" fmla="*/ 2179351 w 2179350"/>
                <a:gd name="connsiteY5" fmla="*/ 0 h 2179349"/>
                <a:gd name="connsiteX6" fmla="*/ 0 w 2179350"/>
                <a:gd name="connsiteY6" fmla="*/ 2179350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79350" h="2179349">
                  <a:moveTo>
                    <a:pt x="0" y="2179350"/>
                  </a:moveTo>
                  <a:lnTo>
                    <a:pt x="0" y="2179350"/>
                  </a:lnTo>
                  <a:cubicBezTo>
                    <a:pt x="0" y="2179350"/>
                    <a:pt x="0" y="2179350"/>
                    <a:pt x="0" y="2179350"/>
                  </a:cubicBezTo>
                  <a:cubicBezTo>
                    <a:pt x="1203622" y="2179350"/>
                    <a:pt x="2179351" y="1203622"/>
                    <a:pt x="2179351" y="0"/>
                  </a:cubicBezTo>
                  <a:lnTo>
                    <a:pt x="2179351" y="0"/>
                  </a:lnTo>
                  <a:cubicBezTo>
                    <a:pt x="2179351" y="0"/>
                    <a:pt x="2179351" y="0"/>
                    <a:pt x="2179351" y="0"/>
                  </a:cubicBezTo>
                  <a:cubicBezTo>
                    <a:pt x="975728" y="0"/>
                    <a:pt x="0" y="975728"/>
                    <a:pt x="0" y="2179350"/>
                  </a:cubicBezTo>
                  <a:close/>
                </a:path>
              </a:pathLst>
            </a:custGeom>
            <a:gradFill>
              <a:gsLst>
                <a:gs pos="0">
                  <a:srgbClr val="0B4D8A">
                    <a:alpha val="49804"/>
                  </a:srgbClr>
                </a:gs>
                <a:gs pos="50000">
                  <a:srgbClr val="0B4D8A">
                    <a:alpha val="74902"/>
                  </a:srgbClr>
                </a:gs>
                <a:gs pos="100000">
                  <a:srgbClr val="0B4D8A"/>
                </a:gs>
              </a:gsLst>
              <a:lin ang="16200000" scaled="1"/>
            </a:gradFill>
            <a:ln w="4899"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C614CD86-F856-B67E-3594-4BC7DF297C6A}"/>
                </a:ext>
              </a:extLst>
            </p:cNvPr>
            <p:cNvSpPr/>
            <p:nvPr/>
          </p:nvSpPr>
          <p:spPr>
            <a:xfrm>
              <a:off x="12425064" y="6834043"/>
              <a:ext cx="968576" cy="2179349"/>
            </a:xfrm>
            <a:custGeom>
              <a:avLst/>
              <a:gdLst>
                <a:gd name="connsiteX0" fmla="*/ 968576 w 968576"/>
                <a:gd name="connsiteY0" fmla="*/ 2179350 h 2179349"/>
                <a:gd name="connsiteX1" fmla="*/ 968576 w 968576"/>
                <a:gd name="connsiteY1" fmla="*/ 2179350 h 2179349"/>
                <a:gd name="connsiteX2" fmla="*/ 968576 w 968576"/>
                <a:gd name="connsiteY2" fmla="*/ 968576 h 2179349"/>
                <a:gd name="connsiteX3" fmla="*/ 0 w 968576"/>
                <a:gd name="connsiteY3" fmla="*/ 0 h 2179349"/>
                <a:gd name="connsiteX4" fmla="*/ 0 w 968576"/>
                <a:gd name="connsiteY4" fmla="*/ 0 h 2179349"/>
                <a:gd name="connsiteX5" fmla="*/ 0 w 968576"/>
                <a:gd name="connsiteY5" fmla="*/ 1210774 h 2179349"/>
                <a:gd name="connsiteX6" fmla="*/ 968576 w 968576"/>
                <a:gd name="connsiteY6" fmla="*/ 2179350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68576" h="2179349">
                  <a:moveTo>
                    <a:pt x="968576" y="2179350"/>
                  </a:moveTo>
                  <a:lnTo>
                    <a:pt x="968576" y="2179350"/>
                  </a:lnTo>
                  <a:lnTo>
                    <a:pt x="968576" y="968576"/>
                  </a:lnTo>
                  <a:cubicBezTo>
                    <a:pt x="968576" y="433573"/>
                    <a:pt x="534895" y="0"/>
                    <a:pt x="0" y="0"/>
                  </a:cubicBezTo>
                  <a:lnTo>
                    <a:pt x="0" y="0"/>
                  </a:lnTo>
                  <a:lnTo>
                    <a:pt x="0" y="1210774"/>
                  </a:lnTo>
                  <a:cubicBezTo>
                    <a:pt x="0" y="1745777"/>
                    <a:pt x="433681" y="2179350"/>
                    <a:pt x="968576" y="2179350"/>
                  </a:cubicBezTo>
                  <a:close/>
                </a:path>
              </a:pathLst>
            </a:custGeom>
            <a:gradFill>
              <a:gsLst>
                <a:gs pos="0">
                  <a:srgbClr val="2B7C62">
                    <a:alpha val="49804"/>
                  </a:srgbClr>
                </a:gs>
                <a:gs pos="50000">
                  <a:srgbClr val="2B7C62">
                    <a:alpha val="74902"/>
                  </a:srgbClr>
                </a:gs>
                <a:gs pos="100000">
                  <a:srgbClr val="2B7C62"/>
                </a:gs>
              </a:gsLst>
              <a:lin ang="16200000" scaled="1"/>
            </a:gradFill>
            <a:ln w="4899"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9E4784A0-BBCD-E11E-D22E-229964764F8D}"/>
                </a:ext>
              </a:extLst>
            </p:cNvPr>
            <p:cNvSpPr/>
            <p:nvPr/>
          </p:nvSpPr>
          <p:spPr>
            <a:xfrm>
              <a:off x="13635730" y="6834043"/>
              <a:ext cx="968576" cy="2179349"/>
            </a:xfrm>
            <a:custGeom>
              <a:avLst/>
              <a:gdLst>
                <a:gd name="connsiteX0" fmla="*/ 0 w 968576"/>
                <a:gd name="connsiteY0" fmla="*/ 968576 h 2179349"/>
                <a:gd name="connsiteX1" fmla="*/ 0 w 968576"/>
                <a:gd name="connsiteY1" fmla="*/ 2179350 h 2179349"/>
                <a:gd name="connsiteX2" fmla="*/ 0 w 968576"/>
                <a:gd name="connsiteY2" fmla="*/ 2179350 h 2179349"/>
                <a:gd name="connsiteX3" fmla="*/ 968576 w 968576"/>
                <a:gd name="connsiteY3" fmla="*/ 1210774 h 2179349"/>
                <a:gd name="connsiteX4" fmla="*/ 968576 w 968576"/>
                <a:gd name="connsiteY4" fmla="*/ 0 h 2179349"/>
                <a:gd name="connsiteX5" fmla="*/ 968576 w 968576"/>
                <a:gd name="connsiteY5" fmla="*/ 0 h 2179349"/>
                <a:gd name="connsiteX6" fmla="*/ 0 w 968576"/>
                <a:gd name="connsiteY6" fmla="*/ 968576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68576" h="2179349">
                  <a:moveTo>
                    <a:pt x="0" y="968576"/>
                  </a:moveTo>
                  <a:lnTo>
                    <a:pt x="0" y="2179350"/>
                  </a:lnTo>
                  <a:lnTo>
                    <a:pt x="0" y="2179350"/>
                  </a:lnTo>
                  <a:cubicBezTo>
                    <a:pt x="535003" y="2179350"/>
                    <a:pt x="968576" y="1745669"/>
                    <a:pt x="968576" y="1210774"/>
                  </a:cubicBezTo>
                  <a:lnTo>
                    <a:pt x="968576" y="0"/>
                  </a:lnTo>
                  <a:lnTo>
                    <a:pt x="968576" y="0"/>
                  </a:lnTo>
                  <a:cubicBezTo>
                    <a:pt x="433573" y="0"/>
                    <a:pt x="0" y="433681"/>
                    <a:pt x="0" y="968576"/>
                  </a:cubicBezTo>
                  <a:close/>
                </a:path>
              </a:pathLst>
            </a:custGeom>
            <a:gradFill>
              <a:gsLst>
                <a:gs pos="0">
                  <a:srgbClr val="2B7C62">
                    <a:alpha val="49804"/>
                  </a:srgbClr>
                </a:gs>
                <a:gs pos="50000">
                  <a:srgbClr val="2B7C62">
                    <a:alpha val="74902"/>
                  </a:srgbClr>
                </a:gs>
                <a:gs pos="100000">
                  <a:srgbClr val="2B7C62"/>
                </a:gs>
              </a:gsLst>
              <a:lin ang="16200000" scaled="1"/>
            </a:gradFill>
            <a:ln w="4899"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4715DDB2-BA05-DAE6-A217-85BCC10622A0}"/>
                </a:ext>
              </a:extLst>
            </p:cNvPr>
            <p:cNvSpPr/>
            <p:nvPr/>
          </p:nvSpPr>
          <p:spPr>
            <a:xfrm>
              <a:off x="19689601" y="9255591"/>
              <a:ext cx="4600898" cy="2179349"/>
            </a:xfrm>
            <a:custGeom>
              <a:avLst/>
              <a:gdLst>
                <a:gd name="connsiteX0" fmla="*/ 0 w 4600898"/>
                <a:gd name="connsiteY0" fmla="*/ 1939102 h 2179349"/>
                <a:gd name="connsiteX1" fmla="*/ 0 w 4600898"/>
                <a:gd name="connsiteY1" fmla="*/ 2179350 h 2179349"/>
                <a:gd name="connsiteX2" fmla="*/ 2661796 w 4600898"/>
                <a:gd name="connsiteY2" fmla="*/ 2179350 h 2179349"/>
                <a:gd name="connsiteX3" fmla="*/ 4600899 w 4600898"/>
                <a:gd name="connsiteY3" fmla="*/ 240247 h 2179349"/>
                <a:gd name="connsiteX4" fmla="*/ 4600899 w 4600898"/>
                <a:gd name="connsiteY4" fmla="*/ 0 h 2179349"/>
                <a:gd name="connsiteX5" fmla="*/ 1939103 w 4600898"/>
                <a:gd name="connsiteY5" fmla="*/ 0 h 2179349"/>
                <a:gd name="connsiteX6" fmla="*/ 0 w 4600898"/>
                <a:gd name="connsiteY6" fmla="*/ 1939102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00898" h="2179349">
                  <a:moveTo>
                    <a:pt x="0" y="1939102"/>
                  </a:moveTo>
                  <a:lnTo>
                    <a:pt x="0" y="2179350"/>
                  </a:lnTo>
                  <a:lnTo>
                    <a:pt x="2661796" y="2179350"/>
                  </a:lnTo>
                  <a:cubicBezTo>
                    <a:pt x="3732778" y="2179350"/>
                    <a:pt x="4600899" y="1311229"/>
                    <a:pt x="4600899" y="240247"/>
                  </a:cubicBezTo>
                  <a:lnTo>
                    <a:pt x="4600899" y="0"/>
                  </a:lnTo>
                  <a:lnTo>
                    <a:pt x="1939103" y="0"/>
                  </a:lnTo>
                  <a:cubicBezTo>
                    <a:pt x="868121" y="0"/>
                    <a:pt x="0" y="868121"/>
                    <a:pt x="0" y="1939102"/>
                  </a:cubicBezTo>
                  <a:close/>
                </a:path>
              </a:pathLst>
            </a:custGeom>
            <a:gradFill>
              <a:gsLst>
                <a:gs pos="0">
                  <a:srgbClr val="2B7C62">
                    <a:alpha val="49804"/>
                  </a:srgbClr>
                </a:gs>
                <a:gs pos="50000">
                  <a:srgbClr val="2B7C62">
                    <a:alpha val="74902"/>
                  </a:srgbClr>
                </a:gs>
                <a:gs pos="100000">
                  <a:srgbClr val="2B7C62"/>
                </a:gs>
              </a:gsLst>
              <a:lin ang="16200000" scaled="1"/>
            </a:gradFill>
            <a:ln w="4899"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A1E471E3-F3BC-476B-7944-AAB3C52FF569}"/>
                </a:ext>
              </a:extLst>
            </p:cNvPr>
            <p:cNvSpPr/>
            <p:nvPr/>
          </p:nvSpPr>
          <p:spPr>
            <a:xfrm>
              <a:off x="12423547" y="4412496"/>
              <a:ext cx="4600898" cy="2179349"/>
            </a:xfrm>
            <a:custGeom>
              <a:avLst/>
              <a:gdLst>
                <a:gd name="connsiteX0" fmla="*/ 0 w 4600898"/>
                <a:gd name="connsiteY0" fmla="*/ 1939102 h 2179349"/>
                <a:gd name="connsiteX1" fmla="*/ 0 w 4600898"/>
                <a:gd name="connsiteY1" fmla="*/ 2179350 h 2179349"/>
                <a:gd name="connsiteX2" fmla="*/ 2661796 w 4600898"/>
                <a:gd name="connsiteY2" fmla="*/ 2179350 h 2179349"/>
                <a:gd name="connsiteX3" fmla="*/ 4600899 w 4600898"/>
                <a:gd name="connsiteY3" fmla="*/ 240248 h 2179349"/>
                <a:gd name="connsiteX4" fmla="*/ 4600899 w 4600898"/>
                <a:gd name="connsiteY4" fmla="*/ 0 h 2179349"/>
                <a:gd name="connsiteX5" fmla="*/ 1939103 w 4600898"/>
                <a:gd name="connsiteY5" fmla="*/ 0 h 2179349"/>
                <a:gd name="connsiteX6" fmla="*/ 0 w 4600898"/>
                <a:gd name="connsiteY6" fmla="*/ 1939102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00898" h="2179349">
                  <a:moveTo>
                    <a:pt x="0" y="1939102"/>
                  </a:moveTo>
                  <a:lnTo>
                    <a:pt x="0" y="2179350"/>
                  </a:lnTo>
                  <a:lnTo>
                    <a:pt x="2661796" y="2179350"/>
                  </a:lnTo>
                  <a:cubicBezTo>
                    <a:pt x="3732778" y="2179350"/>
                    <a:pt x="4600899" y="1311229"/>
                    <a:pt x="4600899" y="240248"/>
                  </a:cubicBezTo>
                  <a:lnTo>
                    <a:pt x="4600899" y="0"/>
                  </a:lnTo>
                  <a:lnTo>
                    <a:pt x="1939103" y="0"/>
                  </a:lnTo>
                  <a:cubicBezTo>
                    <a:pt x="868121" y="0"/>
                    <a:pt x="0" y="868120"/>
                    <a:pt x="0" y="1939102"/>
                  </a:cubicBezTo>
                  <a:close/>
                </a:path>
              </a:pathLst>
            </a:custGeom>
            <a:gradFill>
              <a:gsLst>
                <a:gs pos="0">
                  <a:srgbClr val="0B4D8A">
                    <a:alpha val="49804"/>
                  </a:srgbClr>
                </a:gs>
                <a:gs pos="50000">
                  <a:srgbClr val="0B4D8A">
                    <a:alpha val="74902"/>
                  </a:srgbClr>
                </a:gs>
                <a:gs pos="100000">
                  <a:srgbClr val="0B4D8A"/>
                </a:gs>
              </a:gsLst>
              <a:lin ang="16200000" scaled="1"/>
            </a:gradFill>
            <a:ln w="4899"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E56FAF6E-35C9-2EDD-98F1-2F64D55B7ABE}"/>
                </a:ext>
              </a:extLst>
            </p:cNvPr>
            <p:cNvSpPr/>
            <p:nvPr/>
          </p:nvSpPr>
          <p:spPr>
            <a:xfrm>
              <a:off x="19689601" y="6834043"/>
              <a:ext cx="2179350" cy="2179349"/>
            </a:xfrm>
            <a:custGeom>
              <a:avLst/>
              <a:gdLst>
                <a:gd name="connsiteX0" fmla="*/ 0 w 2179350"/>
                <a:gd name="connsiteY0" fmla="*/ 2179350 h 2179349"/>
                <a:gd name="connsiteX1" fmla="*/ 0 w 2179350"/>
                <a:gd name="connsiteY1" fmla="*/ 2179350 h 2179349"/>
                <a:gd name="connsiteX2" fmla="*/ 0 w 2179350"/>
                <a:gd name="connsiteY2" fmla="*/ 2179350 h 2179349"/>
                <a:gd name="connsiteX3" fmla="*/ 2179350 w 2179350"/>
                <a:gd name="connsiteY3" fmla="*/ 0 h 2179349"/>
                <a:gd name="connsiteX4" fmla="*/ 2179350 w 2179350"/>
                <a:gd name="connsiteY4" fmla="*/ 0 h 2179349"/>
                <a:gd name="connsiteX5" fmla="*/ 2179350 w 2179350"/>
                <a:gd name="connsiteY5" fmla="*/ 0 h 2179349"/>
                <a:gd name="connsiteX6" fmla="*/ 0 w 2179350"/>
                <a:gd name="connsiteY6" fmla="*/ 2179350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79350" h="2179349">
                  <a:moveTo>
                    <a:pt x="0" y="2179350"/>
                  </a:moveTo>
                  <a:lnTo>
                    <a:pt x="0" y="2179350"/>
                  </a:lnTo>
                  <a:cubicBezTo>
                    <a:pt x="0" y="2179350"/>
                    <a:pt x="0" y="2179350"/>
                    <a:pt x="0" y="2179350"/>
                  </a:cubicBezTo>
                  <a:cubicBezTo>
                    <a:pt x="1203622" y="2179350"/>
                    <a:pt x="2179350" y="1203622"/>
                    <a:pt x="2179350" y="0"/>
                  </a:cubicBezTo>
                  <a:lnTo>
                    <a:pt x="2179350" y="0"/>
                  </a:lnTo>
                  <a:cubicBezTo>
                    <a:pt x="2179350" y="0"/>
                    <a:pt x="2179350" y="0"/>
                    <a:pt x="2179350" y="0"/>
                  </a:cubicBezTo>
                  <a:cubicBezTo>
                    <a:pt x="975728" y="0"/>
                    <a:pt x="0" y="975728"/>
                    <a:pt x="0" y="2179350"/>
                  </a:cubicBezTo>
                  <a:close/>
                </a:path>
              </a:pathLst>
            </a:custGeom>
            <a:gradFill>
              <a:gsLst>
                <a:gs pos="0">
                  <a:srgbClr val="0B4D8A">
                    <a:alpha val="49804"/>
                  </a:srgbClr>
                </a:gs>
                <a:gs pos="50000">
                  <a:srgbClr val="0B4D8A">
                    <a:alpha val="74902"/>
                  </a:srgbClr>
                </a:gs>
                <a:gs pos="100000">
                  <a:srgbClr val="0B4D8A"/>
                </a:gs>
              </a:gsLst>
              <a:lin ang="16200000" scaled="1"/>
            </a:gradFill>
            <a:ln w="4899"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612D58B4-0E25-DEDB-67B4-DC38088FA093}"/>
                </a:ext>
              </a:extLst>
            </p:cNvPr>
            <p:cNvSpPr/>
            <p:nvPr/>
          </p:nvSpPr>
          <p:spPr>
            <a:xfrm>
              <a:off x="22111149" y="4412496"/>
              <a:ext cx="2179350" cy="2179349"/>
            </a:xfrm>
            <a:custGeom>
              <a:avLst/>
              <a:gdLst>
                <a:gd name="connsiteX0" fmla="*/ 0 w 2179350"/>
                <a:gd name="connsiteY0" fmla="*/ 2179350 h 2179349"/>
                <a:gd name="connsiteX1" fmla="*/ 0 w 2179350"/>
                <a:gd name="connsiteY1" fmla="*/ 2179350 h 2179349"/>
                <a:gd name="connsiteX2" fmla="*/ 0 w 2179350"/>
                <a:gd name="connsiteY2" fmla="*/ 2179350 h 2179349"/>
                <a:gd name="connsiteX3" fmla="*/ 2179350 w 2179350"/>
                <a:gd name="connsiteY3" fmla="*/ 0 h 2179349"/>
                <a:gd name="connsiteX4" fmla="*/ 2179350 w 2179350"/>
                <a:gd name="connsiteY4" fmla="*/ 0 h 2179349"/>
                <a:gd name="connsiteX5" fmla="*/ 2179350 w 2179350"/>
                <a:gd name="connsiteY5" fmla="*/ 0 h 2179349"/>
                <a:gd name="connsiteX6" fmla="*/ 0 w 2179350"/>
                <a:gd name="connsiteY6" fmla="*/ 2179350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79350" h="2179349">
                  <a:moveTo>
                    <a:pt x="0" y="2179350"/>
                  </a:moveTo>
                  <a:lnTo>
                    <a:pt x="0" y="2179350"/>
                  </a:lnTo>
                  <a:cubicBezTo>
                    <a:pt x="0" y="2179350"/>
                    <a:pt x="0" y="2179350"/>
                    <a:pt x="0" y="2179350"/>
                  </a:cubicBezTo>
                  <a:cubicBezTo>
                    <a:pt x="1203622" y="2179350"/>
                    <a:pt x="2179350" y="1203622"/>
                    <a:pt x="2179350" y="0"/>
                  </a:cubicBezTo>
                  <a:lnTo>
                    <a:pt x="2179350" y="0"/>
                  </a:lnTo>
                  <a:cubicBezTo>
                    <a:pt x="2179350" y="0"/>
                    <a:pt x="2179350" y="0"/>
                    <a:pt x="2179350" y="0"/>
                  </a:cubicBezTo>
                  <a:cubicBezTo>
                    <a:pt x="975729" y="0"/>
                    <a:pt x="0" y="975728"/>
                    <a:pt x="0" y="2179350"/>
                  </a:cubicBezTo>
                  <a:close/>
                </a:path>
              </a:pathLst>
            </a:custGeom>
            <a:gradFill>
              <a:gsLst>
                <a:gs pos="0">
                  <a:srgbClr val="0B4D8A">
                    <a:alpha val="49804"/>
                  </a:srgbClr>
                </a:gs>
                <a:gs pos="50000">
                  <a:srgbClr val="0B4D8A">
                    <a:alpha val="74902"/>
                  </a:srgbClr>
                </a:gs>
                <a:gs pos="100000">
                  <a:srgbClr val="0B4D8A"/>
                </a:gs>
              </a:gsLst>
              <a:lin ang="16200000" scaled="1"/>
            </a:gradFill>
            <a:ln w="4899"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649302F7-0822-5ED7-95C7-40A9193E32DE}"/>
                </a:ext>
              </a:extLst>
            </p:cNvPr>
            <p:cNvSpPr/>
            <p:nvPr/>
          </p:nvSpPr>
          <p:spPr>
            <a:xfrm>
              <a:off x="17268052" y="6834043"/>
              <a:ext cx="2179350" cy="2179349"/>
            </a:xfrm>
            <a:custGeom>
              <a:avLst/>
              <a:gdLst>
                <a:gd name="connsiteX0" fmla="*/ 2179350 w 2179350"/>
                <a:gd name="connsiteY0" fmla="*/ 2179350 h 2179349"/>
                <a:gd name="connsiteX1" fmla="*/ 2179350 w 2179350"/>
                <a:gd name="connsiteY1" fmla="*/ 2179350 h 2179349"/>
                <a:gd name="connsiteX2" fmla="*/ 0 w 2179350"/>
                <a:gd name="connsiteY2" fmla="*/ 0 h 2179349"/>
                <a:gd name="connsiteX3" fmla="*/ 0 w 2179350"/>
                <a:gd name="connsiteY3" fmla="*/ 0 h 2179349"/>
                <a:gd name="connsiteX4" fmla="*/ 2179350 w 2179350"/>
                <a:gd name="connsiteY4" fmla="*/ 2179350 h 2179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79350" h="2179349">
                  <a:moveTo>
                    <a:pt x="2179350" y="2179350"/>
                  </a:moveTo>
                  <a:lnTo>
                    <a:pt x="2179350" y="2179350"/>
                  </a:lnTo>
                  <a:cubicBezTo>
                    <a:pt x="2179350" y="975728"/>
                    <a:pt x="1203622" y="0"/>
                    <a:pt x="0" y="0"/>
                  </a:cubicBezTo>
                  <a:lnTo>
                    <a:pt x="0" y="0"/>
                  </a:lnTo>
                  <a:cubicBezTo>
                    <a:pt x="0" y="1203622"/>
                    <a:pt x="975729" y="2179350"/>
                    <a:pt x="2179350" y="2179350"/>
                  </a:cubicBezTo>
                  <a:close/>
                </a:path>
              </a:pathLst>
            </a:custGeom>
            <a:gradFill>
              <a:gsLst>
                <a:gs pos="0">
                  <a:srgbClr val="0B4D8A">
                    <a:alpha val="49804"/>
                  </a:srgbClr>
                </a:gs>
                <a:gs pos="50000">
                  <a:srgbClr val="0B4D8A">
                    <a:alpha val="74902"/>
                  </a:srgbClr>
                </a:gs>
                <a:gs pos="100000">
                  <a:srgbClr val="0B4D8A"/>
                </a:gs>
              </a:gsLst>
              <a:lin ang="16200000" scaled="1"/>
            </a:gradFill>
            <a:ln w="4899"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04A2BE2F-556F-5D23-350F-9893AF2A5F4E}"/>
                </a:ext>
              </a:extLst>
            </p:cNvPr>
            <p:cNvSpPr/>
            <p:nvPr/>
          </p:nvSpPr>
          <p:spPr>
            <a:xfrm>
              <a:off x="18478827" y="4412496"/>
              <a:ext cx="968575" cy="2179349"/>
            </a:xfrm>
            <a:custGeom>
              <a:avLst/>
              <a:gdLst>
                <a:gd name="connsiteX0" fmla="*/ 968575 w 968575"/>
                <a:gd name="connsiteY0" fmla="*/ 2179350 h 2179349"/>
                <a:gd name="connsiteX1" fmla="*/ 968575 w 968575"/>
                <a:gd name="connsiteY1" fmla="*/ 2179350 h 2179349"/>
                <a:gd name="connsiteX2" fmla="*/ 968575 w 968575"/>
                <a:gd name="connsiteY2" fmla="*/ 968576 h 2179349"/>
                <a:gd name="connsiteX3" fmla="*/ 0 w 968575"/>
                <a:gd name="connsiteY3" fmla="*/ 0 h 2179349"/>
                <a:gd name="connsiteX4" fmla="*/ 0 w 968575"/>
                <a:gd name="connsiteY4" fmla="*/ 0 h 2179349"/>
                <a:gd name="connsiteX5" fmla="*/ 0 w 968575"/>
                <a:gd name="connsiteY5" fmla="*/ 1210774 h 2179349"/>
                <a:gd name="connsiteX6" fmla="*/ 968575 w 968575"/>
                <a:gd name="connsiteY6" fmla="*/ 2179350 h 2179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68575" h="2179349">
                  <a:moveTo>
                    <a:pt x="968575" y="2179350"/>
                  </a:moveTo>
                  <a:lnTo>
                    <a:pt x="968575" y="2179350"/>
                  </a:lnTo>
                  <a:lnTo>
                    <a:pt x="968575" y="968576"/>
                  </a:lnTo>
                  <a:cubicBezTo>
                    <a:pt x="968575" y="433573"/>
                    <a:pt x="534895" y="0"/>
                    <a:pt x="0" y="0"/>
                  </a:cubicBezTo>
                  <a:lnTo>
                    <a:pt x="0" y="0"/>
                  </a:lnTo>
                  <a:lnTo>
                    <a:pt x="0" y="1210774"/>
                  </a:lnTo>
                  <a:cubicBezTo>
                    <a:pt x="0" y="1745777"/>
                    <a:pt x="433681" y="2179350"/>
                    <a:pt x="968575" y="2179350"/>
                  </a:cubicBezTo>
                  <a:close/>
                </a:path>
              </a:pathLst>
            </a:custGeom>
            <a:gradFill>
              <a:gsLst>
                <a:gs pos="0">
                  <a:srgbClr val="0B4D8A">
                    <a:alpha val="49804"/>
                  </a:srgbClr>
                </a:gs>
                <a:gs pos="50000">
                  <a:srgbClr val="0B4D8A">
                    <a:alpha val="74902"/>
                  </a:srgbClr>
                </a:gs>
                <a:gs pos="100000">
                  <a:srgbClr val="0B4D8A"/>
                </a:gs>
              </a:gsLst>
              <a:lin ang="16200000" scaled="1"/>
            </a:gradFill>
            <a:ln w="4899"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A9D87031-0F55-8AAC-E387-225C8BA87EE4}"/>
                </a:ext>
              </a:extLst>
            </p:cNvPr>
            <p:cNvSpPr/>
            <p:nvPr/>
          </p:nvSpPr>
          <p:spPr>
            <a:xfrm>
              <a:off x="14846504" y="9255591"/>
              <a:ext cx="2179350" cy="2179349"/>
            </a:xfrm>
            <a:custGeom>
              <a:avLst/>
              <a:gdLst>
                <a:gd name="connsiteX0" fmla="*/ 2179351 w 2179350"/>
                <a:gd name="connsiteY0" fmla="*/ 2179350 h 2179349"/>
                <a:gd name="connsiteX1" fmla="*/ 2179351 w 2179350"/>
                <a:gd name="connsiteY1" fmla="*/ 2179350 h 2179349"/>
                <a:gd name="connsiteX2" fmla="*/ 0 w 2179350"/>
                <a:gd name="connsiteY2" fmla="*/ 0 h 2179349"/>
                <a:gd name="connsiteX3" fmla="*/ 0 w 2179350"/>
                <a:gd name="connsiteY3" fmla="*/ 0 h 2179349"/>
                <a:gd name="connsiteX4" fmla="*/ 2179351 w 2179350"/>
                <a:gd name="connsiteY4" fmla="*/ 2179350 h 2179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79350" h="2179349">
                  <a:moveTo>
                    <a:pt x="2179351" y="2179350"/>
                  </a:moveTo>
                  <a:lnTo>
                    <a:pt x="2179351" y="2179350"/>
                  </a:lnTo>
                  <a:cubicBezTo>
                    <a:pt x="2179351" y="975728"/>
                    <a:pt x="1203622" y="0"/>
                    <a:pt x="0" y="0"/>
                  </a:cubicBezTo>
                  <a:lnTo>
                    <a:pt x="0" y="0"/>
                  </a:lnTo>
                  <a:cubicBezTo>
                    <a:pt x="0" y="1203622"/>
                    <a:pt x="975728" y="2179350"/>
                    <a:pt x="2179351" y="2179350"/>
                  </a:cubicBezTo>
                  <a:close/>
                </a:path>
              </a:pathLst>
            </a:custGeom>
            <a:gradFill>
              <a:gsLst>
                <a:gs pos="0">
                  <a:srgbClr val="0B4D8A">
                    <a:alpha val="49804"/>
                  </a:srgbClr>
                </a:gs>
                <a:gs pos="50000">
                  <a:srgbClr val="0B4D8A">
                    <a:alpha val="74902"/>
                  </a:srgbClr>
                </a:gs>
                <a:gs pos="100000">
                  <a:srgbClr val="0B4D8A"/>
                </a:gs>
              </a:gsLst>
              <a:lin ang="16200000" scaled="1"/>
            </a:gradFill>
            <a:ln w="4899" cap="flat">
              <a:noFill/>
              <a:prstDash val="solid"/>
              <a:miter/>
            </a:ln>
          </p:spPr>
          <p:txBody>
            <a:bodyPr rtlCol="0" anchor="ctr"/>
            <a:lstStyle/>
            <a:p>
              <a:endParaRPr lang="en-US"/>
            </a:p>
          </p:txBody>
        </p:sp>
      </p:grpSp>
      <p:pic>
        <p:nvPicPr>
          <p:cNvPr id="4" name="Graphic 3">
            <a:extLst>
              <a:ext uri="{FF2B5EF4-FFF2-40B4-BE49-F238E27FC236}">
                <a16:creationId xmlns:a16="http://schemas.microsoft.com/office/drawing/2014/main" id="{379A925B-D9F6-8A0B-CF54-1360E4894E2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972103" y="1116406"/>
            <a:ext cx="2772958" cy="1227908"/>
          </a:xfrm>
          <a:prstGeom prst="rect">
            <a:avLst/>
          </a:prstGeom>
        </p:spPr>
      </p:pic>
      <p:sp>
        <p:nvSpPr>
          <p:cNvPr id="5" name="Rectangle: Diagonal Corners Rounded 4">
            <a:extLst>
              <a:ext uri="{FF2B5EF4-FFF2-40B4-BE49-F238E27FC236}">
                <a16:creationId xmlns:a16="http://schemas.microsoft.com/office/drawing/2014/main" id="{042A469A-1525-A078-D460-3941287D7E36}"/>
              </a:ext>
            </a:extLst>
          </p:cNvPr>
          <p:cNvSpPr/>
          <p:nvPr userDrawn="1"/>
        </p:nvSpPr>
        <p:spPr>
          <a:xfrm>
            <a:off x="273503" y="13071550"/>
            <a:ext cx="1449453" cy="409020"/>
          </a:xfrm>
          <a:prstGeom prst="round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000">
                <a:solidFill>
                  <a:schemeClr val="bg2"/>
                </a:solidFill>
              </a:rPr>
              <a:t>Internal</a:t>
            </a:r>
          </a:p>
        </p:txBody>
      </p:sp>
      <p:pic>
        <p:nvPicPr>
          <p:cNvPr id="14" name="Picture 13" descr="A black and white logo&#10;&#10;Description automatically generated">
            <a:extLst>
              <a:ext uri="{FF2B5EF4-FFF2-40B4-BE49-F238E27FC236}">
                <a16:creationId xmlns:a16="http://schemas.microsoft.com/office/drawing/2014/main" id="{E4F675C4-2D27-E83E-719B-6F25593C7B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8847099" y="1360741"/>
            <a:ext cx="4212698" cy="770695"/>
          </a:xfrm>
          <a:prstGeom prst="rect">
            <a:avLst/>
          </a:prstGeom>
        </p:spPr>
      </p:pic>
    </p:spTree>
    <p:extLst>
      <p:ext uri="{BB962C8B-B14F-4D97-AF65-F5344CB8AC3E}">
        <p14:creationId xmlns:p14="http://schemas.microsoft.com/office/powerpoint/2010/main" val="12085063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Section Slide">
    <p:bg>
      <p:bgPr>
        <a:solidFill>
          <a:srgbClr val="0B345B"/>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532AB6E-04E3-C251-36D1-7A79022E1522}"/>
              </a:ext>
            </a:extLst>
          </p:cNvPr>
          <p:cNvSpPr>
            <a:spLocks noGrp="1"/>
          </p:cNvSpPr>
          <p:nvPr>
            <p:ph type="title" hasCustomPrompt="1"/>
          </p:nvPr>
        </p:nvSpPr>
        <p:spPr>
          <a:xfrm>
            <a:off x="1513348" y="9052259"/>
            <a:ext cx="21402635" cy="1383254"/>
          </a:xfrm>
        </p:spPr>
        <p:txBody>
          <a:bodyPr lIns="0" tIns="0" rIns="0" bIns="0">
            <a:noAutofit/>
          </a:bodyPr>
          <a:lstStyle>
            <a:lvl1pPr>
              <a:defRPr sz="11000">
                <a:solidFill>
                  <a:schemeClr val="bg1"/>
                </a:solidFill>
                <a:latin typeface="Bahij TheSansArabic ExtraBold" panose="02040503050201020203" pitchFamily="18" charset="-78"/>
                <a:cs typeface="Bahij TheSansArabic ExtraBold" panose="02040503050201020203" pitchFamily="18" charset="-78"/>
              </a:defRPr>
            </a:lvl1pPr>
          </a:lstStyle>
          <a:p>
            <a:r>
              <a:rPr lang="en-US"/>
              <a:t>Section title here</a:t>
            </a:r>
          </a:p>
        </p:txBody>
      </p:sp>
      <p:sp>
        <p:nvSpPr>
          <p:cNvPr id="3" name="Freeform: Shape 2">
            <a:extLst>
              <a:ext uri="{FF2B5EF4-FFF2-40B4-BE49-F238E27FC236}">
                <a16:creationId xmlns:a16="http://schemas.microsoft.com/office/drawing/2014/main" id="{06E0ADE4-2CA3-48F4-BD91-243549684BCB}"/>
              </a:ext>
            </a:extLst>
          </p:cNvPr>
          <p:cNvSpPr/>
          <p:nvPr/>
        </p:nvSpPr>
        <p:spPr>
          <a:xfrm>
            <a:off x="9305373" y="3418280"/>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4" name="Freeform: Shape 3">
            <a:extLst>
              <a:ext uri="{FF2B5EF4-FFF2-40B4-BE49-F238E27FC236}">
                <a16:creationId xmlns:a16="http://schemas.microsoft.com/office/drawing/2014/main" id="{0BDBAA97-1546-E181-C7CF-1C81CBFB0D33}"/>
              </a:ext>
            </a:extLst>
          </p:cNvPr>
          <p:cNvSpPr/>
          <p:nvPr/>
        </p:nvSpPr>
        <p:spPr>
          <a:xfrm>
            <a:off x="7314677"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5" name="Freeform: Shape 4">
            <a:extLst>
              <a:ext uri="{FF2B5EF4-FFF2-40B4-BE49-F238E27FC236}">
                <a16:creationId xmlns:a16="http://schemas.microsoft.com/office/drawing/2014/main" id="{2EA93DE1-0CD5-0126-5811-C230BFEF522F}"/>
              </a:ext>
            </a:extLst>
          </p:cNvPr>
          <p:cNvSpPr/>
          <p:nvPr/>
        </p:nvSpPr>
        <p:spPr>
          <a:xfrm>
            <a:off x="3333284" y="3418280"/>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38DDD980-25A2-DA9F-2C6C-145B325B13C8}"/>
              </a:ext>
            </a:extLst>
          </p:cNvPr>
          <p:cNvSpPr/>
          <p:nvPr/>
        </p:nvSpPr>
        <p:spPr>
          <a:xfrm>
            <a:off x="5323980"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D1C1A9FF-AFE9-5D40-F9A3-97175C6DCF2C}"/>
              </a:ext>
            </a:extLst>
          </p:cNvPr>
          <p:cNvSpPr/>
          <p:nvPr/>
        </p:nvSpPr>
        <p:spPr>
          <a:xfrm>
            <a:off x="5323980" y="5408977"/>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8"/>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0FDE82BF-D6F0-731B-310F-D9DB0D7ECB4A}"/>
              </a:ext>
            </a:extLst>
          </p:cNvPr>
          <p:cNvSpPr/>
          <p:nvPr/>
        </p:nvSpPr>
        <p:spPr>
          <a:xfrm>
            <a:off x="1342588" y="5408977"/>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8"/>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33F2CDF8-8D90-3A5E-607E-C0F4A6BB355A}"/>
              </a:ext>
            </a:extLst>
          </p:cNvPr>
          <p:cNvSpPr/>
          <p:nvPr/>
        </p:nvSpPr>
        <p:spPr>
          <a:xfrm>
            <a:off x="1342677" y="3418280"/>
            <a:ext cx="796242" cy="1791591"/>
          </a:xfrm>
          <a:custGeom>
            <a:avLst/>
            <a:gdLst>
              <a:gd name="connsiteX0" fmla="*/ 796243 w 796242"/>
              <a:gd name="connsiteY0" fmla="*/ 1791591 h 1791591"/>
              <a:gd name="connsiteX1" fmla="*/ 796243 w 796242"/>
              <a:gd name="connsiteY1" fmla="*/ 1791591 h 1791591"/>
              <a:gd name="connsiteX2" fmla="*/ 796243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3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3" y="1791591"/>
                </a:moveTo>
                <a:lnTo>
                  <a:pt x="796243" y="1791591"/>
                </a:lnTo>
                <a:lnTo>
                  <a:pt x="796243" y="796243"/>
                </a:lnTo>
                <a:cubicBezTo>
                  <a:pt x="796243" y="356430"/>
                  <a:pt x="439724" y="0"/>
                  <a:pt x="0" y="0"/>
                </a:cubicBezTo>
                <a:lnTo>
                  <a:pt x="0" y="0"/>
                </a:lnTo>
                <a:lnTo>
                  <a:pt x="0" y="995348"/>
                </a:lnTo>
                <a:cubicBezTo>
                  <a:pt x="0" y="1435162"/>
                  <a:pt x="356519" y="1791591"/>
                  <a:pt x="796243"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7C1DC326-0C26-7104-1BF9-BBE85A3C804B}"/>
              </a:ext>
            </a:extLst>
          </p:cNvPr>
          <p:cNvSpPr/>
          <p:nvPr/>
        </p:nvSpPr>
        <p:spPr>
          <a:xfrm>
            <a:off x="2337936" y="3418280"/>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3" y="1791591"/>
                  <a:pt x="796243" y="1435072"/>
                  <a:pt x="796243" y="995348"/>
                </a:cubicBezTo>
                <a:lnTo>
                  <a:pt x="796243" y="0"/>
                </a:lnTo>
                <a:lnTo>
                  <a:pt x="796243" y="0"/>
                </a:lnTo>
                <a:cubicBezTo>
                  <a:pt x="356430" y="0"/>
                  <a:pt x="0" y="356519"/>
                  <a:pt x="0" y="796243"/>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1E59F32E-A80E-E4C6-578A-4938EDB9AE7E}"/>
              </a:ext>
            </a:extLst>
          </p:cNvPr>
          <p:cNvSpPr/>
          <p:nvPr/>
        </p:nvSpPr>
        <p:spPr>
          <a:xfrm>
            <a:off x="19260014" y="3418280"/>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4F8FB064-91BD-9B6D-8622-5F80334ACB08}"/>
              </a:ext>
            </a:extLst>
          </p:cNvPr>
          <p:cNvSpPr/>
          <p:nvPr/>
        </p:nvSpPr>
        <p:spPr>
          <a:xfrm>
            <a:off x="21250711" y="3418280"/>
            <a:ext cx="1791589" cy="1791591"/>
          </a:xfrm>
          <a:custGeom>
            <a:avLst/>
            <a:gdLst>
              <a:gd name="connsiteX0" fmla="*/ 1791590 w 1791589"/>
              <a:gd name="connsiteY0" fmla="*/ 1791591 h 1791591"/>
              <a:gd name="connsiteX1" fmla="*/ 1791590 w 1791589"/>
              <a:gd name="connsiteY1" fmla="*/ 1791591 h 1791591"/>
              <a:gd name="connsiteX2" fmla="*/ 0 w 1791589"/>
              <a:gd name="connsiteY2" fmla="*/ 0 h 1791591"/>
              <a:gd name="connsiteX3" fmla="*/ 0 w 1791589"/>
              <a:gd name="connsiteY3" fmla="*/ 0 h 1791591"/>
              <a:gd name="connsiteX4" fmla="*/ 1791590 w 1791589"/>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89" h="1791591">
                <a:moveTo>
                  <a:pt x="1791590" y="1791591"/>
                </a:moveTo>
                <a:lnTo>
                  <a:pt x="1791590" y="1791591"/>
                </a:lnTo>
                <a:cubicBezTo>
                  <a:pt x="1791590" y="802123"/>
                  <a:pt x="989467" y="0"/>
                  <a:pt x="0" y="0"/>
                </a:cubicBezTo>
                <a:lnTo>
                  <a:pt x="0" y="0"/>
                </a:lnTo>
                <a:cubicBezTo>
                  <a:pt x="0" y="989469"/>
                  <a:pt x="802121" y="1791591"/>
                  <a:pt x="179159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1967AF02-FBBE-B548-A0A8-59E16108293D}"/>
              </a:ext>
            </a:extLst>
          </p:cNvPr>
          <p:cNvSpPr/>
          <p:nvPr/>
        </p:nvSpPr>
        <p:spPr>
          <a:xfrm>
            <a:off x="19260014"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30C0E998-272E-2920-E22A-D54201C2272A}"/>
              </a:ext>
            </a:extLst>
          </p:cNvPr>
          <p:cNvSpPr/>
          <p:nvPr/>
        </p:nvSpPr>
        <p:spPr>
          <a:xfrm>
            <a:off x="21250711" y="1427584"/>
            <a:ext cx="1791589" cy="1791591"/>
          </a:xfrm>
          <a:custGeom>
            <a:avLst/>
            <a:gdLst>
              <a:gd name="connsiteX0" fmla="*/ 0 w 1791589"/>
              <a:gd name="connsiteY0" fmla="*/ 1791591 h 1791591"/>
              <a:gd name="connsiteX1" fmla="*/ 0 w 1791589"/>
              <a:gd name="connsiteY1" fmla="*/ 1791591 h 1791591"/>
              <a:gd name="connsiteX2" fmla="*/ 0 w 1791589"/>
              <a:gd name="connsiteY2" fmla="*/ 1791591 h 1791591"/>
              <a:gd name="connsiteX3" fmla="*/ 1791590 w 1791589"/>
              <a:gd name="connsiteY3" fmla="*/ 0 h 1791591"/>
              <a:gd name="connsiteX4" fmla="*/ 1791590 w 1791589"/>
              <a:gd name="connsiteY4" fmla="*/ 0 h 1791591"/>
              <a:gd name="connsiteX5" fmla="*/ 1791590 w 1791589"/>
              <a:gd name="connsiteY5" fmla="*/ 0 h 1791591"/>
              <a:gd name="connsiteX6" fmla="*/ 0 w 1791589"/>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89" h="1791591">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834B71CE-273F-4C00-510F-91584831961B}"/>
              </a:ext>
            </a:extLst>
          </p:cNvPr>
          <p:cNvSpPr/>
          <p:nvPr/>
        </p:nvSpPr>
        <p:spPr>
          <a:xfrm>
            <a:off x="13287925"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7 w 3782287"/>
              <a:gd name="connsiteY3" fmla="*/ 197502 h 1791591"/>
              <a:gd name="connsiteX4" fmla="*/ 3782287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496DD77A-6B92-1858-CC29-621DA352C3A5}"/>
              </a:ext>
            </a:extLst>
          </p:cNvPr>
          <p:cNvSpPr/>
          <p:nvPr/>
        </p:nvSpPr>
        <p:spPr>
          <a:xfrm>
            <a:off x="11297228"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A369545C-BD40-E611-0047-40C1A3148787}"/>
              </a:ext>
            </a:extLst>
          </p:cNvPr>
          <p:cNvSpPr/>
          <p:nvPr/>
        </p:nvSpPr>
        <p:spPr>
          <a:xfrm>
            <a:off x="15278621" y="3418280"/>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AB313330-81D8-0E92-14EB-06F3D1F9C501}"/>
              </a:ext>
            </a:extLst>
          </p:cNvPr>
          <p:cNvSpPr/>
          <p:nvPr/>
        </p:nvSpPr>
        <p:spPr>
          <a:xfrm>
            <a:off x="18264666" y="1427584"/>
            <a:ext cx="796242" cy="1791591"/>
          </a:xfrm>
          <a:custGeom>
            <a:avLst/>
            <a:gdLst>
              <a:gd name="connsiteX0" fmla="*/ 796243 w 796242"/>
              <a:gd name="connsiteY0" fmla="*/ 1791591 h 1791591"/>
              <a:gd name="connsiteX1" fmla="*/ 796243 w 796242"/>
              <a:gd name="connsiteY1" fmla="*/ 1791591 h 1791591"/>
              <a:gd name="connsiteX2" fmla="*/ 796243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3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456E73CA-3F29-3111-4EDA-05A37BC0F10B}"/>
              </a:ext>
            </a:extLst>
          </p:cNvPr>
          <p:cNvSpPr/>
          <p:nvPr/>
        </p:nvSpPr>
        <p:spPr>
          <a:xfrm>
            <a:off x="19260014" y="5408977"/>
            <a:ext cx="3782287" cy="1791591"/>
          </a:xfrm>
          <a:custGeom>
            <a:avLst/>
            <a:gdLst>
              <a:gd name="connsiteX0" fmla="*/ 0 w 3782287"/>
              <a:gd name="connsiteY0" fmla="*/ 1594089 h 1791591"/>
              <a:gd name="connsiteX1" fmla="*/ 0 w 3782287"/>
              <a:gd name="connsiteY1" fmla="*/ 1791591 h 1791591"/>
              <a:gd name="connsiteX2" fmla="*/ 2188198 w 3782287"/>
              <a:gd name="connsiteY2" fmla="*/ 1791591 h 1791591"/>
              <a:gd name="connsiteX3" fmla="*/ 3782287 w 3782287"/>
              <a:gd name="connsiteY3" fmla="*/ 197502 h 1791591"/>
              <a:gd name="connsiteX4" fmla="*/ 3782287 w 3782287"/>
              <a:gd name="connsiteY4" fmla="*/ 0 h 1791591"/>
              <a:gd name="connsiteX5" fmla="*/ 1594090 w 3782287"/>
              <a:gd name="connsiteY5" fmla="*/ 0 h 1791591"/>
              <a:gd name="connsiteX6" fmla="*/ 0 w 3782287"/>
              <a:gd name="connsiteY6" fmla="*/ 1594089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89"/>
                </a:moveTo>
                <a:lnTo>
                  <a:pt x="0" y="1791591"/>
                </a:lnTo>
                <a:lnTo>
                  <a:pt x="2188198" y="1791591"/>
                </a:lnTo>
                <a:cubicBezTo>
                  <a:pt x="3068627" y="1791591"/>
                  <a:pt x="3782287" y="1077930"/>
                  <a:pt x="3782287" y="197502"/>
                </a:cubicBezTo>
                <a:lnTo>
                  <a:pt x="3782287" y="0"/>
                </a:lnTo>
                <a:lnTo>
                  <a:pt x="1594090" y="0"/>
                </a:lnTo>
                <a:cubicBezTo>
                  <a:pt x="713661" y="0"/>
                  <a:pt x="0" y="713661"/>
                  <a:pt x="0" y="1594089"/>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BED8022-71F5-E14B-E877-4E441C7D0B3E}"/>
              </a:ext>
            </a:extLst>
          </p:cNvPr>
          <p:cNvSpPr/>
          <p:nvPr/>
        </p:nvSpPr>
        <p:spPr>
          <a:xfrm>
            <a:off x="17269317" y="5408977"/>
            <a:ext cx="1791592" cy="1791591"/>
          </a:xfrm>
          <a:custGeom>
            <a:avLst/>
            <a:gdLst>
              <a:gd name="connsiteX0" fmla="*/ 0 w 1791592"/>
              <a:gd name="connsiteY0" fmla="*/ 1791591 h 1791591"/>
              <a:gd name="connsiteX1" fmla="*/ 0 w 1791592"/>
              <a:gd name="connsiteY1" fmla="*/ 1791591 h 1791591"/>
              <a:gd name="connsiteX2" fmla="*/ 0 w 1791592"/>
              <a:gd name="connsiteY2" fmla="*/ 1791591 h 1791591"/>
              <a:gd name="connsiteX3" fmla="*/ 1791592 w 1791592"/>
              <a:gd name="connsiteY3" fmla="*/ 0 h 1791591"/>
              <a:gd name="connsiteX4" fmla="*/ 1791592 w 1791592"/>
              <a:gd name="connsiteY4" fmla="*/ 0 h 1791591"/>
              <a:gd name="connsiteX5" fmla="*/ 1791592 w 1791592"/>
              <a:gd name="connsiteY5" fmla="*/ 0 h 1791591"/>
              <a:gd name="connsiteX6" fmla="*/ 0 w 179159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2" h="1791591">
                <a:moveTo>
                  <a:pt x="0" y="1791591"/>
                </a:moveTo>
                <a:lnTo>
                  <a:pt x="0" y="1791591"/>
                </a:lnTo>
                <a:cubicBezTo>
                  <a:pt x="0" y="1791591"/>
                  <a:pt x="0" y="1791591"/>
                  <a:pt x="0" y="1791591"/>
                </a:cubicBezTo>
                <a:cubicBezTo>
                  <a:pt x="989469" y="1791591"/>
                  <a:pt x="1791592" y="989468"/>
                  <a:pt x="1791592" y="0"/>
                </a:cubicBezTo>
                <a:lnTo>
                  <a:pt x="1791592" y="0"/>
                </a:lnTo>
                <a:cubicBezTo>
                  <a:pt x="1791592" y="0"/>
                  <a:pt x="1791592" y="0"/>
                  <a:pt x="1791592" y="0"/>
                </a:cubicBezTo>
                <a:cubicBezTo>
                  <a:pt x="802123"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B5E35FD-31DA-4E3D-E7FB-D5E18ACF08C3}"/>
              </a:ext>
            </a:extLst>
          </p:cNvPr>
          <p:cNvSpPr/>
          <p:nvPr/>
        </p:nvSpPr>
        <p:spPr>
          <a:xfrm>
            <a:off x="13287925" y="5408977"/>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8" y="1791591"/>
                  <a:pt x="1791591" y="989468"/>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01DF3A6-6B26-139A-C771-BA90895AC6B0}"/>
              </a:ext>
            </a:extLst>
          </p:cNvPr>
          <p:cNvSpPr/>
          <p:nvPr/>
        </p:nvSpPr>
        <p:spPr>
          <a:xfrm>
            <a:off x="7314677" y="5408977"/>
            <a:ext cx="3782287" cy="1791591"/>
          </a:xfrm>
          <a:custGeom>
            <a:avLst/>
            <a:gdLst>
              <a:gd name="connsiteX0" fmla="*/ 0 w 3782287"/>
              <a:gd name="connsiteY0" fmla="*/ 1594089 h 1791591"/>
              <a:gd name="connsiteX1" fmla="*/ 0 w 3782287"/>
              <a:gd name="connsiteY1" fmla="*/ 1791591 h 1791591"/>
              <a:gd name="connsiteX2" fmla="*/ 2188198 w 3782287"/>
              <a:gd name="connsiteY2" fmla="*/ 1791591 h 1791591"/>
              <a:gd name="connsiteX3" fmla="*/ 3782287 w 3782287"/>
              <a:gd name="connsiteY3" fmla="*/ 197502 h 1791591"/>
              <a:gd name="connsiteX4" fmla="*/ 3782287 w 3782287"/>
              <a:gd name="connsiteY4" fmla="*/ 0 h 1791591"/>
              <a:gd name="connsiteX5" fmla="*/ 1594089 w 3782287"/>
              <a:gd name="connsiteY5" fmla="*/ 0 h 1791591"/>
              <a:gd name="connsiteX6" fmla="*/ 0 w 3782287"/>
              <a:gd name="connsiteY6" fmla="*/ 1594089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89"/>
                </a:moveTo>
                <a:lnTo>
                  <a:pt x="0" y="1791591"/>
                </a:lnTo>
                <a:lnTo>
                  <a:pt x="2188198" y="1791591"/>
                </a:lnTo>
                <a:cubicBezTo>
                  <a:pt x="3068626" y="1791591"/>
                  <a:pt x="3782287" y="1077930"/>
                  <a:pt x="3782287" y="197502"/>
                </a:cubicBezTo>
                <a:lnTo>
                  <a:pt x="3782287" y="0"/>
                </a:lnTo>
                <a:lnTo>
                  <a:pt x="1594089" y="0"/>
                </a:lnTo>
                <a:cubicBezTo>
                  <a:pt x="713661" y="0"/>
                  <a:pt x="0" y="713661"/>
                  <a:pt x="0" y="1594089"/>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08F032C-B37A-8EFD-86E4-38D79F5DFD41}"/>
              </a:ext>
            </a:extLst>
          </p:cNvPr>
          <p:cNvSpPr/>
          <p:nvPr/>
        </p:nvSpPr>
        <p:spPr>
          <a:xfrm>
            <a:off x="1341430"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8 w 3782287"/>
              <a:gd name="connsiteY3" fmla="*/ 197502 h 1791591"/>
              <a:gd name="connsiteX4" fmla="*/ 3782288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C658F533-8A62-2048-15D0-BA4FC0BDDF97}"/>
              </a:ext>
            </a:extLst>
          </p:cNvPr>
          <p:cNvSpPr/>
          <p:nvPr/>
        </p:nvSpPr>
        <p:spPr>
          <a:xfrm>
            <a:off x="7314677" y="3418280"/>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A3D99B41-0654-87ED-15D3-6445DDB47ADC}"/>
              </a:ext>
            </a:extLst>
          </p:cNvPr>
          <p:cNvSpPr/>
          <p:nvPr/>
        </p:nvSpPr>
        <p:spPr>
          <a:xfrm>
            <a:off x="9305373"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8DDCD88-B06D-7C9C-A757-DE63835D8BE3}"/>
              </a:ext>
            </a:extLst>
          </p:cNvPr>
          <p:cNvSpPr/>
          <p:nvPr/>
        </p:nvSpPr>
        <p:spPr>
          <a:xfrm>
            <a:off x="5323980" y="3418280"/>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EA418C17-142C-B9D7-F5BF-07C8C6B27620}"/>
              </a:ext>
            </a:extLst>
          </p:cNvPr>
          <p:cNvSpPr/>
          <p:nvPr/>
        </p:nvSpPr>
        <p:spPr>
          <a:xfrm>
            <a:off x="6319329" y="1427584"/>
            <a:ext cx="796242" cy="1791591"/>
          </a:xfrm>
          <a:custGeom>
            <a:avLst/>
            <a:gdLst>
              <a:gd name="connsiteX0" fmla="*/ 796242 w 796242"/>
              <a:gd name="connsiteY0" fmla="*/ 1791591 h 1791591"/>
              <a:gd name="connsiteX1" fmla="*/ 796242 w 796242"/>
              <a:gd name="connsiteY1" fmla="*/ 1791591 h 1791591"/>
              <a:gd name="connsiteX2" fmla="*/ 796242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2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0E281B0-546F-DCCE-E77B-A52D24B75E88}"/>
              </a:ext>
            </a:extLst>
          </p:cNvPr>
          <p:cNvSpPr/>
          <p:nvPr/>
        </p:nvSpPr>
        <p:spPr>
          <a:xfrm>
            <a:off x="3333284" y="5408977"/>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8"/>
                  <a:pt x="802123" y="1791591"/>
                  <a:pt x="1791591"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BD91364-D782-707B-D109-186E70BCFD31}"/>
              </a:ext>
            </a:extLst>
          </p:cNvPr>
          <p:cNvSpPr/>
          <p:nvPr/>
        </p:nvSpPr>
        <p:spPr>
          <a:xfrm>
            <a:off x="11297228" y="3418280"/>
            <a:ext cx="3782287" cy="1791591"/>
          </a:xfrm>
          <a:custGeom>
            <a:avLst/>
            <a:gdLst>
              <a:gd name="connsiteX0" fmla="*/ 1594089 w 3782287"/>
              <a:gd name="connsiteY0" fmla="*/ 1791591 h 1791591"/>
              <a:gd name="connsiteX1" fmla="*/ 3782287 w 3782287"/>
              <a:gd name="connsiteY1" fmla="*/ 1791591 h 1791591"/>
              <a:gd name="connsiteX2" fmla="*/ 3782287 w 3782287"/>
              <a:gd name="connsiteY2" fmla="*/ 1594089 h 1791591"/>
              <a:gd name="connsiteX3" fmla="*/ 2188197 w 3782287"/>
              <a:gd name="connsiteY3" fmla="*/ 0 h 1791591"/>
              <a:gd name="connsiteX4" fmla="*/ 0 w 3782287"/>
              <a:gd name="connsiteY4" fmla="*/ 0 h 1791591"/>
              <a:gd name="connsiteX5" fmla="*/ 0 w 3782287"/>
              <a:gd name="connsiteY5" fmla="*/ 197502 h 1791591"/>
              <a:gd name="connsiteX6" fmla="*/ 1594089 w 3782287"/>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1594089" y="1791591"/>
                </a:moveTo>
                <a:lnTo>
                  <a:pt x="3782287" y="1791591"/>
                </a:lnTo>
                <a:lnTo>
                  <a:pt x="3782287" y="1594089"/>
                </a:lnTo>
                <a:cubicBezTo>
                  <a:pt x="3782287" y="713661"/>
                  <a:pt x="3068626" y="0"/>
                  <a:pt x="2188197" y="0"/>
                </a:cubicBezTo>
                <a:lnTo>
                  <a:pt x="0" y="0"/>
                </a:lnTo>
                <a:lnTo>
                  <a:pt x="0" y="197502"/>
                </a:lnTo>
                <a:cubicBezTo>
                  <a:pt x="0" y="1077930"/>
                  <a:pt x="713661" y="1791591"/>
                  <a:pt x="1594089"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25A54A62-63E9-7513-37D2-5BCAD8BA29F7}"/>
              </a:ext>
            </a:extLst>
          </p:cNvPr>
          <p:cNvSpPr/>
          <p:nvPr/>
        </p:nvSpPr>
        <p:spPr>
          <a:xfrm>
            <a:off x="17269317" y="3418280"/>
            <a:ext cx="1791592" cy="1791591"/>
          </a:xfrm>
          <a:custGeom>
            <a:avLst/>
            <a:gdLst>
              <a:gd name="connsiteX0" fmla="*/ 1791592 w 1791592"/>
              <a:gd name="connsiteY0" fmla="*/ 1791591 h 1791591"/>
              <a:gd name="connsiteX1" fmla="*/ 1791592 w 1791592"/>
              <a:gd name="connsiteY1" fmla="*/ 1791591 h 1791591"/>
              <a:gd name="connsiteX2" fmla="*/ 0 w 1791592"/>
              <a:gd name="connsiteY2" fmla="*/ 0 h 1791591"/>
              <a:gd name="connsiteX3" fmla="*/ 0 w 1791592"/>
              <a:gd name="connsiteY3" fmla="*/ 0 h 1791591"/>
              <a:gd name="connsiteX4" fmla="*/ 1791592 w 1791592"/>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2" h="1791591">
                <a:moveTo>
                  <a:pt x="1791592" y="1791591"/>
                </a:moveTo>
                <a:lnTo>
                  <a:pt x="1791592" y="1791591"/>
                </a:lnTo>
                <a:cubicBezTo>
                  <a:pt x="1791592" y="802123"/>
                  <a:pt x="989469" y="0"/>
                  <a:pt x="0" y="0"/>
                </a:cubicBezTo>
                <a:lnTo>
                  <a:pt x="0" y="0"/>
                </a:lnTo>
                <a:cubicBezTo>
                  <a:pt x="0" y="989469"/>
                  <a:pt x="802123" y="1791591"/>
                  <a:pt x="1791592"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FC61ACA1-5507-A006-68EB-95AE65FAB5E4}"/>
              </a:ext>
            </a:extLst>
          </p:cNvPr>
          <p:cNvSpPr/>
          <p:nvPr/>
        </p:nvSpPr>
        <p:spPr>
          <a:xfrm>
            <a:off x="17269317"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C63F9A61-A30F-58ED-FE47-8D49294A668E}"/>
              </a:ext>
            </a:extLst>
          </p:cNvPr>
          <p:cNvSpPr/>
          <p:nvPr/>
        </p:nvSpPr>
        <p:spPr>
          <a:xfrm>
            <a:off x="15278621" y="5408977"/>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8"/>
                  <a:pt x="802123" y="1791591"/>
                  <a:pt x="1791591"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DC3E3B7E-0897-51E0-503E-4A1F923A38D0}"/>
              </a:ext>
            </a:extLst>
          </p:cNvPr>
          <p:cNvSpPr/>
          <p:nvPr/>
        </p:nvSpPr>
        <p:spPr>
          <a:xfrm>
            <a:off x="11297228" y="5408977"/>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8" y="0"/>
                  <a:pt x="0" y="0"/>
                </a:cubicBezTo>
                <a:lnTo>
                  <a:pt x="0" y="0"/>
                </a:lnTo>
                <a:cubicBezTo>
                  <a:pt x="0" y="989468"/>
                  <a:pt x="802122" y="1791591"/>
                  <a:pt x="1791591"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6" name="Text Placeholder 5">
            <a:extLst>
              <a:ext uri="{FF2B5EF4-FFF2-40B4-BE49-F238E27FC236}">
                <a16:creationId xmlns:a16="http://schemas.microsoft.com/office/drawing/2014/main" id="{D4B42E0C-656A-737C-81E7-750FE37C664B}"/>
              </a:ext>
            </a:extLst>
          </p:cNvPr>
          <p:cNvSpPr>
            <a:spLocks noGrp="1"/>
          </p:cNvSpPr>
          <p:nvPr>
            <p:ph type="body" sz="quarter" idx="11" hasCustomPrompt="1"/>
          </p:nvPr>
        </p:nvSpPr>
        <p:spPr>
          <a:xfrm>
            <a:off x="1513347" y="10753869"/>
            <a:ext cx="21402635" cy="768672"/>
          </a:xfrm>
        </p:spPr>
        <p:txBody>
          <a:bodyPr wrap="square" lIns="0" tIns="0" rIns="0" bIns="0">
            <a:spAutoFit/>
          </a:bodyPr>
          <a:lstStyle>
            <a:lvl1pPr marL="0" indent="0">
              <a:buNone/>
              <a:defRPr sz="5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Subtitle here if needed</a:t>
            </a:r>
          </a:p>
        </p:txBody>
      </p:sp>
      <p:sp>
        <p:nvSpPr>
          <p:cNvPr id="11" name="Rectangle: Diagonal Corners Rounded 10">
            <a:extLst>
              <a:ext uri="{FF2B5EF4-FFF2-40B4-BE49-F238E27FC236}">
                <a16:creationId xmlns:a16="http://schemas.microsoft.com/office/drawing/2014/main" id="{7C7B643D-1E60-865A-F23E-F63DB0DBA868}"/>
              </a:ext>
            </a:extLst>
          </p:cNvPr>
          <p:cNvSpPr/>
          <p:nvPr userDrawn="1"/>
        </p:nvSpPr>
        <p:spPr>
          <a:xfrm>
            <a:off x="273503" y="13071550"/>
            <a:ext cx="1449453" cy="409020"/>
          </a:xfrm>
          <a:prstGeom prst="round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000">
                <a:solidFill>
                  <a:schemeClr val="bg2"/>
                </a:solidFill>
              </a:rPr>
              <a:t>Internal</a:t>
            </a:r>
          </a:p>
        </p:txBody>
      </p:sp>
    </p:spTree>
    <p:extLst>
      <p:ext uri="{BB962C8B-B14F-4D97-AF65-F5344CB8AC3E}">
        <p14:creationId xmlns:p14="http://schemas.microsoft.com/office/powerpoint/2010/main" val="33660656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Slide Light">
    <p:spTree>
      <p:nvGrpSpPr>
        <p:cNvPr id="1" name=""/>
        <p:cNvGrpSpPr/>
        <p:nvPr/>
      </p:nvGrpSpPr>
      <p:grpSpPr>
        <a:xfrm>
          <a:off x="0" y="0"/>
          <a:ext cx="0" cy="0"/>
          <a:chOff x="0" y="0"/>
          <a:chExt cx="0" cy="0"/>
        </a:xfrm>
      </p:grpSpPr>
      <p:sp>
        <p:nvSpPr>
          <p:cNvPr id="134" name="Rectangle 133">
            <a:extLst>
              <a:ext uri="{FF2B5EF4-FFF2-40B4-BE49-F238E27FC236}">
                <a16:creationId xmlns:a16="http://schemas.microsoft.com/office/drawing/2014/main" id="{BDDD9C21-EB7C-E4D9-3380-F517413DE687}"/>
              </a:ext>
            </a:extLst>
          </p:cNvPr>
          <p:cNvSpPr/>
          <p:nvPr userDrawn="1"/>
        </p:nvSpPr>
        <p:spPr>
          <a:xfrm>
            <a:off x="23282987" y="13130582"/>
            <a:ext cx="974637" cy="461665"/>
          </a:xfrm>
          <a:prstGeom prst="rect">
            <a:avLst/>
          </a:prstGeom>
          <a:noFill/>
          <a:ln w="8907" cap="flat">
            <a:noFill/>
            <a:prstDash val="solid"/>
            <a:miter/>
          </a:ln>
        </p:spPr>
        <p:txBody>
          <a:bodyPr rtlCol="0" anchor="ctr"/>
          <a:lstStyle/>
          <a:p>
            <a:pPr marL="0" marR="0" lvl="0" indent="0" algn="ctr" defTabSz="1828754" rtl="1" eaLnBrk="1" fontAlgn="auto" latinLnBrk="0" hangingPunct="1">
              <a:lnSpc>
                <a:spcPct val="100000"/>
              </a:lnSpc>
              <a:spcBef>
                <a:spcPts val="0"/>
              </a:spcBef>
              <a:spcAft>
                <a:spcPts val="0"/>
              </a:spcAft>
              <a:buClrTx/>
              <a:buSzTx/>
              <a:buFontTx/>
              <a:buNone/>
              <a:tabLst/>
              <a:defRPr/>
            </a:pPr>
            <a:fld id="{FDADEC1D-3923-4C92-8D59-8372735493C6}" type="slidenum">
              <a:rPr lang="en-US" sz="2400" smtClean="0">
                <a:solidFill>
                  <a:schemeClr val="accent1"/>
                </a:solidFill>
                <a:latin typeface="Bahij TheSansArabic Plain" panose="02040503050201020203" pitchFamily="18" charset="-78"/>
              </a:rPr>
              <a:pPr marL="0" marR="0" lvl="0" indent="0" algn="ctr" defTabSz="1828754" rtl="1" eaLnBrk="1" fontAlgn="auto" latinLnBrk="0" hangingPunct="1">
                <a:lnSpc>
                  <a:spcPct val="100000"/>
                </a:lnSpc>
                <a:spcBef>
                  <a:spcPts val="0"/>
                </a:spcBef>
                <a:spcAft>
                  <a:spcPts val="0"/>
                </a:spcAft>
                <a:buClrTx/>
                <a:buSzTx/>
                <a:buFontTx/>
                <a:buNone/>
                <a:tabLst/>
                <a:defRPr/>
              </a:pPr>
              <a:t>‹#›</a:t>
            </a:fld>
            <a:endParaRPr lang="en-US" sz="3600">
              <a:solidFill>
                <a:schemeClr val="accent1"/>
              </a:solidFill>
              <a:latin typeface="Bahij TheSansArabic Plain" panose="02040503050201020203" pitchFamily="18" charset="-78"/>
            </a:endParaRPr>
          </a:p>
        </p:txBody>
      </p:sp>
      <p:sp>
        <p:nvSpPr>
          <p:cNvPr id="18" name="Text Placeholder 2">
            <a:extLst>
              <a:ext uri="{FF2B5EF4-FFF2-40B4-BE49-F238E27FC236}">
                <a16:creationId xmlns:a16="http://schemas.microsoft.com/office/drawing/2014/main" id="{B9889FBD-F25E-F449-94ED-F6C2C59E537B}"/>
              </a:ext>
            </a:extLst>
          </p:cNvPr>
          <p:cNvSpPr>
            <a:spLocks noGrp="1"/>
          </p:cNvSpPr>
          <p:nvPr>
            <p:ph type="body" sz="quarter" idx="10" hasCustomPrompt="1"/>
          </p:nvPr>
        </p:nvSpPr>
        <p:spPr>
          <a:xfrm>
            <a:off x="1186666" y="1275899"/>
            <a:ext cx="8644538" cy="409020"/>
          </a:xfrm>
          <a:prstGeom prst="rect">
            <a:avLst/>
          </a:prstGeom>
        </p:spPr>
        <p:txBody>
          <a:bodyPr lIns="0" tIns="0" rIns="0" bIns="0">
            <a:noAutofit/>
          </a:bodyPr>
          <a:lstStyle>
            <a:lvl1pPr marL="0" indent="0" algn="l">
              <a:buNone/>
              <a:defRPr sz="2800" b="0" i="0">
                <a:solidFill>
                  <a:schemeClr val="accent2"/>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stStyle>
          <a:p>
            <a:pPr lvl="0"/>
            <a:r>
              <a:rPr lang="en-US"/>
              <a:t>Add your section or sub-section title here</a:t>
            </a:r>
          </a:p>
        </p:txBody>
      </p:sp>
      <p:sp>
        <p:nvSpPr>
          <p:cNvPr id="20" name="Text Placeholder 2">
            <a:extLst>
              <a:ext uri="{FF2B5EF4-FFF2-40B4-BE49-F238E27FC236}">
                <a16:creationId xmlns:a16="http://schemas.microsoft.com/office/drawing/2014/main" id="{B75FBCD5-7D0D-3F43-8975-A66B00024365}"/>
              </a:ext>
            </a:extLst>
          </p:cNvPr>
          <p:cNvSpPr>
            <a:spLocks noGrp="1"/>
          </p:cNvSpPr>
          <p:nvPr>
            <p:ph type="body" sz="quarter" idx="11" hasCustomPrompt="1"/>
          </p:nvPr>
        </p:nvSpPr>
        <p:spPr>
          <a:xfrm>
            <a:off x="1186666" y="465157"/>
            <a:ext cx="20155958" cy="798539"/>
          </a:xfrm>
          <a:prstGeom prst="rect">
            <a:avLst/>
          </a:prstGeom>
        </p:spPr>
        <p:txBody>
          <a:bodyPr lIns="0" tIns="0" rIns="0" bIns="0" anchor="t">
            <a:noAutofit/>
          </a:bodyPr>
          <a:lstStyle>
            <a:lvl1pPr marL="0" indent="0" algn="l">
              <a:buNone/>
              <a:defRPr sz="5600" b="0" i="0">
                <a:solidFill>
                  <a:srgbClr val="0C4E8B"/>
                </a:solidFill>
                <a:latin typeface="Bahij TheSansArabic Black" panose="02040703060201020203" pitchFamily="18" charset="-78"/>
                <a:ea typeface="Roboto Black" panose="02000000000000000000" pitchFamily="2" charset="0"/>
                <a:cs typeface="Bahij TheSansArabic Black" panose="02040703060201020203" pitchFamily="18" charset="-78"/>
              </a:defRPr>
            </a:lvl1pPr>
          </a:lstStyle>
          <a:p>
            <a:pPr lvl="0"/>
            <a:r>
              <a:rPr lang="en-US"/>
              <a:t>Add your Title here</a:t>
            </a:r>
          </a:p>
        </p:txBody>
      </p:sp>
      <p:pic>
        <p:nvPicPr>
          <p:cNvPr id="6" name="Image 19" descr="preencoded.png">
            <a:extLst>
              <a:ext uri="{FF2B5EF4-FFF2-40B4-BE49-F238E27FC236}">
                <a16:creationId xmlns:a16="http://schemas.microsoft.com/office/drawing/2014/main" id="{29591451-61CB-9AA6-C1FD-BC4AE355321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r="64055"/>
          <a:stretch/>
        </p:blipFill>
        <p:spPr>
          <a:xfrm>
            <a:off x="23295453" y="427306"/>
            <a:ext cx="680662" cy="836390"/>
          </a:xfrm>
          <a:prstGeom prst="rect">
            <a:avLst/>
          </a:prstGeom>
        </p:spPr>
      </p:pic>
      <p:grpSp>
        <p:nvGrpSpPr>
          <p:cNvPr id="184" name="Group 183">
            <a:extLst>
              <a:ext uri="{FF2B5EF4-FFF2-40B4-BE49-F238E27FC236}">
                <a16:creationId xmlns:a16="http://schemas.microsoft.com/office/drawing/2014/main" id="{92CACA9F-6951-61F3-C1C6-E6B7E3CF4241}"/>
              </a:ext>
            </a:extLst>
          </p:cNvPr>
          <p:cNvGrpSpPr>
            <a:grpSpLocks noChangeAspect="1"/>
          </p:cNvGrpSpPr>
          <p:nvPr userDrawn="1"/>
        </p:nvGrpSpPr>
        <p:grpSpPr>
          <a:xfrm>
            <a:off x="19050" y="38100"/>
            <a:ext cx="371332" cy="13624560"/>
            <a:chOff x="11296071" y="-931502"/>
            <a:chExt cx="384435" cy="14105317"/>
          </a:xfrm>
          <a:solidFill>
            <a:schemeClr val="accent3">
              <a:lumMod val="40000"/>
              <a:lumOff val="60000"/>
            </a:schemeClr>
          </a:solidFill>
        </p:grpSpPr>
        <p:grpSp>
          <p:nvGrpSpPr>
            <p:cNvPr id="185" name="Group 184">
              <a:extLst>
                <a:ext uri="{FF2B5EF4-FFF2-40B4-BE49-F238E27FC236}">
                  <a16:creationId xmlns:a16="http://schemas.microsoft.com/office/drawing/2014/main" id="{93C6A22B-334D-E063-F01C-0BB1BE156ABB}"/>
                </a:ext>
              </a:extLst>
            </p:cNvPr>
            <p:cNvGrpSpPr/>
            <p:nvPr userDrawn="1"/>
          </p:nvGrpSpPr>
          <p:grpSpPr>
            <a:xfrm rot="16200000">
              <a:off x="9160030" y="10653339"/>
              <a:ext cx="4656517" cy="384435"/>
              <a:chOff x="1341430" y="1427584"/>
              <a:chExt cx="21700870" cy="1791591"/>
            </a:xfrm>
            <a:grpFill/>
          </p:grpSpPr>
          <p:sp>
            <p:nvSpPr>
              <p:cNvPr id="210" name="Freeform: Shape 209">
                <a:extLst>
                  <a:ext uri="{FF2B5EF4-FFF2-40B4-BE49-F238E27FC236}">
                    <a16:creationId xmlns:a16="http://schemas.microsoft.com/office/drawing/2014/main" id="{453621C2-F38F-0A77-1E1C-3C9A38033A69}"/>
                  </a:ext>
                </a:extLst>
              </p:cNvPr>
              <p:cNvSpPr/>
              <p:nvPr userDrawn="1"/>
            </p:nvSpPr>
            <p:spPr>
              <a:xfrm>
                <a:off x="7314677"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pFill/>
              <a:ln w="8907" cap="flat">
                <a:noFill/>
                <a:prstDash val="solid"/>
                <a:miter/>
              </a:ln>
            </p:spPr>
            <p:txBody>
              <a:bodyPr rtlCol="0" anchor="ctr"/>
              <a:lstStyle/>
              <a:p>
                <a:endParaRPr lang="en-US"/>
              </a:p>
            </p:txBody>
          </p:sp>
          <p:sp>
            <p:nvSpPr>
              <p:cNvPr id="211" name="Freeform: Shape 210">
                <a:extLst>
                  <a:ext uri="{FF2B5EF4-FFF2-40B4-BE49-F238E27FC236}">
                    <a16:creationId xmlns:a16="http://schemas.microsoft.com/office/drawing/2014/main" id="{3DED5275-D9DB-B288-83E3-B7FD8CB36D6B}"/>
                  </a:ext>
                </a:extLst>
              </p:cNvPr>
              <p:cNvSpPr/>
              <p:nvPr userDrawn="1"/>
            </p:nvSpPr>
            <p:spPr>
              <a:xfrm>
                <a:off x="5323980"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pFill/>
              <a:ln w="8907" cap="flat">
                <a:noFill/>
                <a:prstDash val="solid"/>
                <a:miter/>
              </a:ln>
            </p:spPr>
            <p:txBody>
              <a:bodyPr rtlCol="0" anchor="ctr"/>
              <a:lstStyle/>
              <a:p>
                <a:endParaRPr lang="en-US"/>
              </a:p>
            </p:txBody>
          </p:sp>
          <p:sp>
            <p:nvSpPr>
              <p:cNvPr id="212" name="Freeform: Shape 211">
                <a:extLst>
                  <a:ext uri="{FF2B5EF4-FFF2-40B4-BE49-F238E27FC236}">
                    <a16:creationId xmlns:a16="http://schemas.microsoft.com/office/drawing/2014/main" id="{FB3F7255-BAAA-78CE-08C7-1236EC82F81C}"/>
                  </a:ext>
                </a:extLst>
              </p:cNvPr>
              <p:cNvSpPr/>
              <p:nvPr userDrawn="1"/>
            </p:nvSpPr>
            <p:spPr>
              <a:xfrm>
                <a:off x="19260014"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grpFill/>
              <a:ln w="8907" cap="flat">
                <a:noFill/>
                <a:prstDash val="solid"/>
                <a:miter/>
              </a:ln>
            </p:spPr>
            <p:txBody>
              <a:bodyPr rtlCol="0" anchor="ctr"/>
              <a:lstStyle/>
              <a:p>
                <a:endParaRPr lang="en-US"/>
              </a:p>
            </p:txBody>
          </p:sp>
          <p:sp>
            <p:nvSpPr>
              <p:cNvPr id="213" name="Freeform: Shape 212">
                <a:extLst>
                  <a:ext uri="{FF2B5EF4-FFF2-40B4-BE49-F238E27FC236}">
                    <a16:creationId xmlns:a16="http://schemas.microsoft.com/office/drawing/2014/main" id="{947E4F25-DE2F-425E-E66C-EAC716DF6CB3}"/>
                  </a:ext>
                </a:extLst>
              </p:cNvPr>
              <p:cNvSpPr/>
              <p:nvPr userDrawn="1"/>
            </p:nvSpPr>
            <p:spPr>
              <a:xfrm>
                <a:off x="21250711" y="1427584"/>
                <a:ext cx="1791589" cy="1791591"/>
              </a:xfrm>
              <a:custGeom>
                <a:avLst/>
                <a:gdLst>
                  <a:gd name="connsiteX0" fmla="*/ 0 w 1791589"/>
                  <a:gd name="connsiteY0" fmla="*/ 1791591 h 1791591"/>
                  <a:gd name="connsiteX1" fmla="*/ 0 w 1791589"/>
                  <a:gd name="connsiteY1" fmla="*/ 1791591 h 1791591"/>
                  <a:gd name="connsiteX2" fmla="*/ 0 w 1791589"/>
                  <a:gd name="connsiteY2" fmla="*/ 1791591 h 1791591"/>
                  <a:gd name="connsiteX3" fmla="*/ 1791590 w 1791589"/>
                  <a:gd name="connsiteY3" fmla="*/ 0 h 1791591"/>
                  <a:gd name="connsiteX4" fmla="*/ 1791590 w 1791589"/>
                  <a:gd name="connsiteY4" fmla="*/ 0 h 1791591"/>
                  <a:gd name="connsiteX5" fmla="*/ 1791590 w 1791589"/>
                  <a:gd name="connsiteY5" fmla="*/ 0 h 1791591"/>
                  <a:gd name="connsiteX6" fmla="*/ 0 w 1791589"/>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89" h="1791591">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grpFill/>
              <a:ln w="8907" cap="flat">
                <a:noFill/>
                <a:prstDash val="solid"/>
                <a:miter/>
              </a:ln>
            </p:spPr>
            <p:txBody>
              <a:bodyPr rtlCol="0" anchor="ctr"/>
              <a:lstStyle/>
              <a:p>
                <a:endParaRPr lang="en-US"/>
              </a:p>
            </p:txBody>
          </p:sp>
          <p:sp>
            <p:nvSpPr>
              <p:cNvPr id="214" name="Freeform: Shape 213">
                <a:extLst>
                  <a:ext uri="{FF2B5EF4-FFF2-40B4-BE49-F238E27FC236}">
                    <a16:creationId xmlns:a16="http://schemas.microsoft.com/office/drawing/2014/main" id="{0FF550C9-5FC6-2994-8605-843FF3AD6D50}"/>
                  </a:ext>
                </a:extLst>
              </p:cNvPr>
              <p:cNvSpPr/>
              <p:nvPr userDrawn="1"/>
            </p:nvSpPr>
            <p:spPr>
              <a:xfrm>
                <a:off x="13287925"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7 w 3782287"/>
                  <a:gd name="connsiteY3" fmla="*/ 197502 h 1791591"/>
                  <a:gd name="connsiteX4" fmla="*/ 3782287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grpFill/>
              <a:ln w="8907" cap="flat">
                <a:noFill/>
                <a:prstDash val="solid"/>
                <a:miter/>
              </a:ln>
            </p:spPr>
            <p:txBody>
              <a:bodyPr rtlCol="0" anchor="ctr"/>
              <a:lstStyle/>
              <a:p>
                <a:endParaRPr lang="en-US"/>
              </a:p>
            </p:txBody>
          </p:sp>
          <p:sp>
            <p:nvSpPr>
              <p:cNvPr id="215" name="Freeform: Shape 214">
                <a:extLst>
                  <a:ext uri="{FF2B5EF4-FFF2-40B4-BE49-F238E27FC236}">
                    <a16:creationId xmlns:a16="http://schemas.microsoft.com/office/drawing/2014/main" id="{A7B95B65-A18C-93E5-E1FA-7BA6566BC6AD}"/>
                  </a:ext>
                </a:extLst>
              </p:cNvPr>
              <p:cNvSpPr/>
              <p:nvPr userDrawn="1"/>
            </p:nvSpPr>
            <p:spPr>
              <a:xfrm>
                <a:off x="11297228"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pFill/>
              <a:ln w="8907" cap="flat">
                <a:noFill/>
                <a:prstDash val="solid"/>
                <a:miter/>
              </a:ln>
            </p:spPr>
            <p:txBody>
              <a:bodyPr rtlCol="0" anchor="ctr"/>
              <a:lstStyle/>
              <a:p>
                <a:endParaRPr lang="en-US"/>
              </a:p>
            </p:txBody>
          </p:sp>
          <p:sp>
            <p:nvSpPr>
              <p:cNvPr id="216" name="Freeform: Shape 215">
                <a:extLst>
                  <a:ext uri="{FF2B5EF4-FFF2-40B4-BE49-F238E27FC236}">
                    <a16:creationId xmlns:a16="http://schemas.microsoft.com/office/drawing/2014/main" id="{D1B46F83-CD02-9BCF-BF4F-A03B6EA5981A}"/>
                  </a:ext>
                </a:extLst>
              </p:cNvPr>
              <p:cNvSpPr/>
              <p:nvPr userDrawn="1"/>
            </p:nvSpPr>
            <p:spPr>
              <a:xfrm>
                <a:off x="18264666" y="1427584"/>
                <a:ext cx="796242" cy="1791591"/>
              </a:xfrm>
              <a:custGeom>
                <a:avLst/>
                <a:gdLst>
                  <a:gd name="connsiteX0" fmla="*/ 796243 w 796242"/>
                  <a:gd name="connsiteY0" fmla="*/ 1791591 h 1791591"/>
                  <a:gd name="connsiteX1" fmla="*/ 796243 w 796242"/>
                  <a:gd name="connsiteY1" fmla="*/ 1791591 h 1791591"/>
                  <a:gd name="connsiteX2" fmla="*/ 796243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3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grpFill/>
              <a:ln w="8907" cap="flat">
                <a:noFill/>
                <a:prstDash val="solid"/>
                <a:miter/>
              </a:ln>
            </p:spPr>
            <p:txBody>
              <a:bodyPr rtlCol="0" anchor="ctr"/>
              <a:lstStyle/>
              <a:p>
                <a:endParaRPr lang="en-US"/>
              </a:p>
            </p:txBody>
          </p:sp>
          <p:sp>
            <p:nvSpPr>
              <p:cNvPr id="217" name="Freeform: Shape 216">
                <a:extLst>
                  <a:ext uri="{FF2B5EF4-FFF2-40B4-BE49-F238E27FC236}">
                    <a16:creationId xmlns:a16="http://schemas.microsoft.com/office/drawing/2014/main" id="{CA03CF35-4CBA-A516-7D1A-AF1897B7F48D}"/>
                  </a:ext>
                </a:extLst>
              </p:cNvPr>
              <p:cNvSpPr/>
              <p:nvPr userDrawn="1"/>
            </p:nvSpPr>
            <p:spPr>
              <a:xfrm>
                <a:off x="1341430"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8 w 3782287"/>
                  <a:gd name="connsiteY3" fmla="*/ 197502 h 1791591"/>
                  <a:gd name="connsiteX4" fmla="*/ 3782288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pFill/>
              <a:ln w="8907" cap="flat">
                <a:noFill/>
                <a:prstDash val="solid"/>
                <a:miter/>
              </a:ln>
            </p:spPr>
            <p:txBody>
              <a:bodyPr rtlCol="0" anchor="ctr"/>
              <a:lstStyle/>
              <a:p>
                <a:endParaRPr lang="en-US"/>
              </a:p>
            </p:txBody>
          </p:sp>
          <p:sp>
            <p:nvSpPr>
              <p:cNvPr id="218" name="Freeform: Shape 217">
                <a:extLst>
                  <a:ext uri="{FF2B5EF4-FFF2-40B4-BE49-F238E27FC236}">
                    <a16:creationId xmlns:a16="http://schemas.microsoft.com/office/drawing/2014/main" id="{CD498BE2-2877-5F3A-141A-1E96250705B7}"/>
                  </a:ext>
                </a:extLst>
              </p:cNvPr>
              <p:cNvSpPr/>
              <p:nvPr userDrawn="1"/>
            </p:nvSpPr>
            <p:spPr>
              <a:xfrm>
                <a:off x="9305373"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pFill/>
              <a:ln w="8907" cap="flat">
                <a:noFill/>
                <a:prstDash val="solid"/>
                <a:miter/>
              </a:ln>
            </p:spPr>
            <p:txBody>
              <a:bodyPr rtlCol="0" anchor="ctr"/>
              <a:lstStyle/>
              <a:p>
                <a:endParaRPr lang="en-US"/>
              </a:p>
            </p:txBody>
          </p:sp>
          <p:sp>
            <p:nvSpPr>
              <p:cNvPr id="219" name="Freeform: Shape 218">
                <a:extLst>
                  <a:ext uri="{FF2B5EF4-FFF2-40B4-BE49-F238E27FC236}">
                    <a16:creationId xmlns:a16="http://schemas.microsoft.com/office/drawing/2014/main" id="{D16B664D-205E-A8E6-8F72-5C4F2984E9CD}"/>
                  </a:ext>
                </a:extLst>
              </p:cNvPr>
              <p:cNvSpPr/>
              <p:nvPr userDrawn="1"/>
            </p:nvSpPr>
            <p:spPr>
              <a:xfrm>
                <a:off x="6319329" y="1427584"/>
                <a:ext cx="796242" cy="1791591"/>
              </a:xfrm>
              <a:custGeom>
                <a:avLst/>
                <a:gdLst>
                  <a:gd name="connsiteX0" fmla="*/ 796242 w 796242"/>
                  <a:gd name="connsiteY0" fmla="*/ 1791591 h 1791591"/>
                  <a:gd name="connsiteX1" fmla="*/ 796242 w 796242"/>
                  <a:gd name="connsiteY1" fmla="*/ 1791591 h 1791591"/>
                  <a:gd name="connsiteX2" fmla="*/ 796242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2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pFill/>
              <a:ln w="8907" cap="flat">
                <a:no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7F045B93-6E89-9D36-5419-DC8CEEF0084C}"/>
                  </a:ext>
                </a:extLst>
              </p:cNvPr>
              <p:cNvSpPr/>
              <p:nvPr userDrawn="1"/>
            </p:nvSpPr>
            <p:spPr>
              <a:xfrm>
                <a:off x="17269317"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pFill/>
              <a:ln w="8907" cap="flat">
                <a:noFill/>
                <a:prstDash val="solid"/>
                <a:miter/>
              </a:ln>
            </p:spPr>
            <p:txBody>
              <a:bodyPr rtlCol="0" anchor="ctr"/>
              <a:lstStyle/>
              <a:p>
                <a:endParaRPr lang="en-US"/>
              </a:p>
            </p:txBody>
          </p:sp>
        </p:grpSp>
        <p:grpSp>
          <p:nvGrpSpPr>
            <p:cNvPr id="186" name="Group 185">
              <a:extLst>
                <a:ext uri="{FF2B5EF4-FFF2-40B4-BE49-F238E27FC236}">
                  <a16:creationId xmlns:a16="http://schemas.microsoft.com/office/drawing/2014/main" id="{95AA1FE9-9E76-9758-B54B-0B7AD7B98B1B}"/>
                </a:ext>
              </a:extLst>
            </p:cNvPr>
            <p:cNvGrpSpPr/>
            <p:nvPr userDrawn="1"/>
          </p:nvGrpSpPr>
          <p:grpSpPr>
            <a:xfrm rot="16200000">
              <a:off x="9160030" y="5890839"/>
              <a:ext cx="4656517" cy="384435"/>
              <a:chOff x="1341430" y="1427584"/>
              <a:chExt cx="21700870" cy="1791591"/>
            </a:xfrm>
            <a:grpFill/>
          </p:grpSpPr>
          <p:sp>
            <p:nvSpPr>
              <p:cNvPr id="199" name="Freeform: Shape 198">
                <a:extLst>
                  <a:ext uri="{FF2B5EF4-FFF2-40B4-BE49-F238E27FC236}">
                    <a16:creationId xmlns:a16="http://schemas.microsoft.com/office/drawing/2014/main" id="{693252E1-EBC4-9BF9-EE2A-77EE886FFFC4}"/>
                  </a:ext>
                </a:extLst>
              </p:cNvPr>
              <p:cNvSpPr/>
              <p:nvPr userDrawn="1"/>
            </p:nvSpPr>
            <p:spPr>
              <a:xfrm>
                <a:off x="7314677"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pFill/>
              <a:ln w="8907" cap="flat">
                <a:noFill/>
                <a:prstDash val="solid"/>
                <a:miter/>
              </a:ln>
            </p:spPr>
            <p:txBody>
              <a:bodyPr rtlCol="0" anchor="ctr"/>
              <a:lstStyle/>
              <a:p>
                <a:endParaRPr lang="en-US"/>
              </a:p>
            </p:txBody>
          </p:sp>
          <p:sp>
            <p:nvSpPr>
              <p:cNvPr id="200" name="Freeform: Shape 199">
                <a:extLst>
                  <a:ext uri="{FF2B5EF4-FFF2-40B4-BE49-F238E27FC236}">
                    <a16:creationId xmlns:a16="http://schemas.microsoft.com/office/drawing/2014/main" id="{13676E74-B9E3-0BED-F315-2499E976327A}"/>
                  </a:ext>
                </a:extLst>
              </p:cNvPr>
              <p:cNvSpPr/>
              <p:nvPr userDrawn="1"/>
            </p:nvSpPr>
            <p:spPr>
              <a:xfrm>
                <a:off x="5323980"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pFill/>
              <a:ln w="8907" cap="flat">
                <a:noFill/>
                <a:prstDash val="solid"/>
                <a:miter/>
              </a:ln>
            </p:spPr>
            <p:txBody>
              <a:bodyPr rtlCol="0" anchor="ctr"/>
              <a:lstStyle/>
              <a:p>
                <a:endParaRPr lang="en-US"/>
              </a:p>
            </p:txBody>
          </p:sp>
          <p:sp>
            <p:nvSpPr>
              <p:cNvPr id="201" name="Freeform: Shape 200">
                <a:extLst>
                  <a:ext uri="{FF2B5EF4-FFF2-40B4-BE49-F238E27FC236}">
                    <a16:creationId xmlns:a16="http://schemas.microsoft.com/office/drawing/2014/main" id="{636EFC7B-88DD-A0A6-8029-B4519EE796F5}"/>
                  </a:ext>
                </a:extLst>
              </p:cNvPr>
              <p:cNvSpPr/>
              <p:nvPr userDrawn="1"/>
            </p:nvSpPr>
            <p:spPr>
              <a:xfrm>
                <a:off x="19260014"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grpFill/>
              <a:ln w="8907" cap="flat">
                <a:noFill/>
                <a:prstDash val="solid"/>
                <a:miter/>
              </a:ln>
            </p:spPr>
            <p:txBody>
              <a:bodyPr rtlCol="0" anchor="ctr"/>
              <a:lstStyle/>
              <a:p>
                <a:endParaRPr lang="en-US"/>
              </a:p>
            </p:txBody>
          </p:sp>
          <p:sp>
            <p:nvSpPr>
              <p:cNvPr id="202" name="Freeform: Shape 201">
                <a:extLst>
                  <a:ext uri="{FF2B5EF4-FFF2-40B4-BE49-F238E27FC236}">
                    <a16:creationId xmlns:a16="http://schemas.microsoft.com/office/drawing/2014/main" id="{0A4564E5-4412-D421-2921-5C2EAD6B257F}"/>
                  </a:ext>
                </a:extLst>
              </p:cNvPr>
              <p:cNvSpPr/>
              <p:nvPr userDrawn="1"/>
            </p:nvSpPr>
            <p:spPr>
              <a:xfrm>
                <a:off x="21250711" y="1427584"/>
                <a:ext cx="1791589" cy="1791591"/>
              </a:xfrm>
              <a:custGeom>
                <a:avLst/>
                <a:gdLst>
                  <a:gd name="connsiteX0" fmla="*/ 0 w 1791589"/>
                  <a:gd name="connsiteY0" fmla="*/ 1791591 h 1791591"/>
                  <a:gd name="connsiteX1" fmla="*/ 0 w 1791589"/>
                  <a:gd name="connsiteY1" fmla="*/ 1791591 h 1791591"/>
                  <a:gd name="connsiteX2" fmla="*/ 0 w 1791589"/>
                  <a:gd name="connsiteY2" fmla="*/ 1791591 h 1791591"/>
                  <a:gd name="connsiteX3" fmla="*/ 1791590 w 1791589"/>
                  <a:gd name="connsiteY3" fmla="*/ 0 h 1791591"/>
                  <a:gd name="connsiteX4" fmla="*/ 1791590 w 1791589"/>
                  <a:gd name="connsiteY4" fmla="*/ 0 h 1791591"/>
                  <a:gd name="connsiteX5" fmla="*/ 1791590 w 1791589"/>
                  <a:gd name="connsiteY5" fmla="*/ 0 h 1791591"/>
                  <a:gd name="connsiteX6" fmla="*/ 0 w 1791589"/>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89" h="1791591">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grpFill/>
              <a:ln w="8907" cap="flat">
                <a:noFill/>
                <a:prstDash val="solid"/>
                <a:miter/>
              </a:ln>
            </p:spPr>
            <p:txBody>
              <a:bodyPr rtlCol="0" anchor="ctr"/>
              <a:lstStyle/>
              <a:p>
                <a:endParaRPr lang="en-US"/>
              </a:p>
            </p:txBody>
          </p:sp>
          <p:sp>
            <p:nvSpPr>
              <p:cNvPr id="203" name="Freeform: Shape 202">
                <a:extLst>
                  <a:ext uri="{FF2B5EF4-FFF2-40B4-BE49-F238E27FC236}">
                    <a16:creationId xmlns:a16="http://schemas.microsoft.com/office/drawing/2014/main" id="{F2676354-4103-C5A4-9E00-C4C4EE7A05B5}"/>
                  </a:ext>
                </a:extLst>
              </p:cNvPr>
              <p:cNvSpPr/>
              <p:nvPr userDrawn="1"/>
            </p:nvSpPr>
            <p:spPr>
              <a:xfrm>
                <a:off x="13287925"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7 w 3782287"/>
                  <a:gd name="connsiteY3" fmla="*/ 197502 h 1791591"/>
                  <a:gd name="connsiteX4" fmla="*/ 3782287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grpFill/>
              <a:ln w="8907" cap="flat">
                <a:noFill/>
                <a:prstDash val="solid"/>
                <a:miter/>
              </a:ln>
            </p:spPr>
            <p:txBody>
              <a:bodyPr rtlCol="0" anchor="ctr"/>
              <a:lstStyle/>
              <a:p>
                <a:endParaRPr lang="en-US"/>
              </a:p>
            </p:txBody>
          </p:sp>
          <p:sp>
            <p:nvSpPr>
              <p:cNvPr id="204" name="Freeform: Shape 203">
                <a:extLst>
                  <a:ext uri="{FF2B5EF4-FFF2-40B4-BE49-F238E27FC236}">
                    <a16:creationId xmlns:a16="http://schemas.microsoft.com/office/drawing/2014/main" id="{E106A5AE-8746-6B4A-7469-CE46B99B8181}"/>
                  </a:ext>
                </a:extLst>
              </p:cNvPr>
              <p:cNvSpPr/>
              <p:nvPr userDrawn="1"/>
            </p:nvSpPr>
            <p:spPr>
              <a:xfrm>
                <a:off x="11297228"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pFill/>
              <a:ln w="8907" cap="flat">
                <a:noFill/>
                <a:prstDash val="solid"/>
                <a:miter/>
              </a:ln>
            </p:spPr>
            <p:txBody>
              <a:bodyPr rtlCol="0" anchor="ctr"/>
              <a:lstStyle/>
              <a:p>
                <a:endParaRPr lang="en-US"/>
              </a:p>
            </p:txBody>
          </p:sp>
          <p:sp>
            <p:nvSpPr>
              <p:cNvPr id="205" name="Freeform: Shape 204">
                <a:extLst>
                  <a:ext uri="{FF2B5EF4-FFF2-40B4-BE49-F238E27FC236}">
                    <a16:creationId xmlns:a16="http://schemas.microsoft.com/office/drawing/2014/main" id="{7187689E-70D0-BC44-BABC-5C0CD7641B30}"/>
                  </a:ext>
                </a:extLst>
              </p:cNvPr>
              <p:cNvSpPr/>
              <p:nvPr userDrawn="1"/>
            </p:nvSpPr>
            <p:spPr>
              <a:xfrm>
                <a:off x="18264666" y="1427584"/>
                <a:ext cx="796242" cy="1791591"/>
              </a:xfrm>
              <a:custGeom>
                <a:avLst/>
                <a:gdLst>
                  <a:gd name="connsiteX0" fmla="*/ 796243 w 796242"/>
                  <a:gd name="connsiteY0" fmla="*/ 1791591 h 1791591"/>
                  <a:gd name="connsiteX1" fmla="*/ 796243 w 796242"/>
                  <a:gd name="connsiteY1" fmla="*/ 1791591 h 1791591"/>
                  <a:gd name="connsiteX2" fmla="*/ 796243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3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grpFill/>
              <a:ln w="8907" cap="flat">
                <a:noFill/>
                <a:prstDash val="solid"/>
                <a:miter/>
              </a:ln>
            </p:spPr>
            <p:txBody>
              <a:bodyPr rtlCol="0" anchor="ctr"/>
              <a:lstStyle/>
              <a:p>
                <a:endParaRPr lang="en-US"/>
              </a:p>
            </p:txBody>
          </p:sp>
          <p:sp>
            <p:nvSpPr>
              <p:cNvPr id="206" name="Freeform: Shape 205">
                <a:extLst>
                  <a:ext uri="{FF2B5EF4-FFF2-40B4-BE49-F238E27FC236}">
                    <a16:creationId xmlns:a16="http://schemas.microsoft.com/office/drawing/2014/main" id="{925D8F63-F29B-E0BD-C7CA-C47115C94BEE}"/>
                  </a:ext>
                </a:extLst>
              </p:cNvPr>
              <p:cNvSpPr/>
              <p:nvPr userDrawn="1"/>
            </p:nvSpPr>
            <p:spPr>
              <a:xfrm>
                <a:off x="1341430"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8 w 3782287"/>
                  <a:gd name="connsiteY3" fmla="*/ 197502 h 1791591"/>
                  <a:gd name="connsiteX4" fmla="*/ 3782288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pFill/>
              <a:ln w="8907" cap="flat">
                <a:noFill/>
                <a:prstDash val="solid"/>
                <a:miter/>
              </a:ln>
            </p:spPr>
            <p:txBody>
              <a:bodyPr rtlCol="0" anchor="ctr"/>
              <a:lstStyle/>
              <a:p>
                <a:endParaRPr lang="en-US"/>
              </a:p>
            </p:txBody>
          </p:sp>
          <p:sp>
            <p:nvSpPr>
              <p:cNvPr id="207" name="Freeform: Shape 206">
                <a:extLst>
                  <a:ext uri="{FF2B5EF4-FFF2-40B4-BE49-F238E27FC236}">
                    <a16:creationId xmlns:a16="http://schemas.microsoft.com/office/drawing/2014/main" id="{EE2AAF95-6F46-C485-F694-9C6F4415E324}"/>
                  </a:ext>
                </a:extLst>
              </p:cNvPr>
              <p:cNvSpPr/>
              <p:nvPr userDrawn="1"/>
            </p:nvSpPr>
            <p:spPr>
              <a:xfrm>
                <a:off x="9305373"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pFill/>
              <a:ln w="8907" cap="flat">
                <a:noFill/>
                <a:prstDash val="solid"/>
                <a:miter/>
              </a:ln>
            </p:spPr>
            <p:txBody>
              <a:bodyPr rtlCol="0" anchor="ctr"/>
              <a:lstStyle/>
              <a:p>
                <a:endParaRPr lang="en-US"/>
              </a:p>
            </p:txBody>
          </p:sp>
          <p:sp>
            <p:nvSpPr>
              <p:cNvPr id="208" name="Freeform: Shape 207">
                <a:extLst>
                  <a:ext uri="{FF2B5EF4-FFF2-40B4-BE49-F238E27FC236}">
                    <a16:creationId xmlns:a16="http://schemas.microsoft.com/office/drawing/2014/main" id="{A07BD019-8C3A-EA46-98E5-5910F5FE283A}"/>
                  </a:ext>
                </a:extLst>
              </p:cNvPr>
              <p:cNvSpPr/>
              <p:nvPr userDrawn="1"/>
            </p:nvSpPr>
            <p:spPr>
              <a:xfrm>
                <a:off x="6319329" y="1427584"/>
                <a:ext cx="796242" cy="1791591"/>
              </a:xfrm>
              <a:custGeom>
                <a:avLst/>
                <a:gdLst>
                  <a:gd name="connsiteX0" fmla="*/ 796242 w 796242"/>
                  <a:gd name="connsiteY0" fmla="*/ 1791591 h 1791591"/>
                  <a:gd name="connsiteX1" fmla="*/ 796242 w 796242"/>
                  <a:gd name="connsiteY1" fmla="*/ 1791591 h 1791591"/>
                  <a:gd name="connsiteX2" fmla="*/ 796242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2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pFill/>
              <a:ln w="8907" cap="flat">
                <a:noFill/>
                <a:prstDash val="solid"/>
                <a:miter/>
              </a:ln>
            </p:spPr>
            <p:txBody>
              <a:bodyPr rtlCol="0" anchor="ctr"/>
              <a:lstStyle/>
              <a:p>
                <a:endParaRPr lang="en-US"/>
              </a:p>
            </p:txBody>
          </p:sp>
          <p:sp>
            <p:nvSpPr>
              <p:cNvPr id="209" name="Freeform: Shape 208">
                <a:extLst>
                  <a:ext uri="{FF2B5EF4-FFF2-40B4-BE49-F238E27FC236}">
                    <a16:creationId xmlns:a16="http://schemas.microsoft.com/office/drawing/2014/main" id="{290B60A5-C324-30B9-7638-9069FC00D88F}"/>
                  </a:ext>
                </a:extLst>
              </p:cNvPr>
              <p:cNvSpPr/>
              <p:nvPr userDrawn="1"/>
            </p:nvSpPr>
            <p:spPr>
              <a:xfrm>
                <a:off x="17269317"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pFill/>
              <a:ln w="8907" cap="flat">
                <a:noFill/>
                <a:prstDash val="solid"/>
                <a:miter/>
              </a:ln>
            </p:spPr>
            <p:txBody>
              <a:bodyPr rtlCol="0" anchor="ctr"/>
              <a:lstStyle/>
              <a:p>
                <a:endParaRPr lang="en-US"/>
              </a:p>
            </p:txBody>
          </p:sp>
        </p:grpSp>
        <p:grpSp>
          <p:nvGrpSpPr>
            <p:cNvPr id="187" name="Group 186">
              <a:extLst>
                <a:ext uri="{FF2B5EF4-FFF2-40B4-BE49-F238E27FC236}">
                  <a16:creationId xmlns:a16="http://schemas.microsoft.com/office/drawing/2014/main" id="{B03D4146-BD9B-00B7-2C4E-054A4FE56DF5}"/>
                </a:ext>
              </a:extLst>
            </p:cNvPr>
            <p:cNvGrpSpPr/>
            <p:nvPr userDrawn="1"/>
          </p:nvGrpSpPr>
          <p:grpSpPr>
            <a:xfrm rot="16200000">
              <a:off x="9160030" y="1204539"/>
              <a:ext cx="4656517" cy="384435"/>
              <a:chOff x="1341430" y="1427584"/>
              <a:chExt cx="21700870" cy="1791591"/>
            </a:xfrm>
            <a:grpFill/>
          </p:grpSpPr>
          <p:sp>
            <p:nvSpPr>
              <p:cNvPr id="188" name="Freeform: Shape 187">
                <a:extLst>
                  <a:ext uri="{FF2B5EF4-FFF2-40B4-BE49-F238E27FC236}">
                    <a16:creationId xmlns:a16="http://schemas.microsoft.com/office/drawing/2014/main" id="{E78EE8B6-6BBF-1F31-24D0-5E480E609CFD}"/>
                  </a:ext>
                </a:extLst>
              </p:cNvPr>
              <p:cNvSpPr/>
              <p:nvPr userDrawn="1"/>
            </p:nvSpPr>
            <p:spPr>
              <a:xfrm>
                <a:off x="7314677"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pFill/>
              <a:ln w="8907"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CADBB944-97D4-7FAE-9006-C28A07DDA814}"/>
                  </a:ext>
                </a:extLst>
              </p:cNvPr>
              <p:cNvSpPr/>
              <p:nvPr userDrawn="1"/>
            </p:nvSpPr>
            <p:spPr>
              <a:xfrm>
                <a:off x="5323980"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pFill/>
              <a:ln w="8907"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1D8C82C1-3CB5-0122-8BED-8886969ADBC4}"/>
                  </a:ext>
                </a:extLst>
              </p:cNvPr>
              <p:cNvSpPr/>
              <p:nvPr userDrawn="1"/>
            </p:nvSpPr>
            <p:spPr>
              <a:xfrm>
                <a:off x="19260014"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grpFill/>
              <a:ln w="8907"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C160DBC7-B891-E9AE-20FC-6D428F99CD2F}"/>
                  </a:ext>
                </a:extLst>
              </p:cNvPr>
              <p:cNvSpPr/>
              <p:nvPr userDrawn="1"/>
            </p:nvSpPr>
            <p:spPr>
              <a:xfrm>
                <a:off x="21250711" y="1427584"/>
                <a:ext cx="1791589" cy="1791591"/>
              </a:xfrm>
              <a:custGeom>
                <a:avLst/>
                <a:gdLst>
                  <a:gd name="connsiteX0" fmla="*/ 0 w 1791589"/>
                  <a:gd name="connsiteY0" fmla="*/ 1791591 h 1791591"/>
                  <a:gd name="connsiteX1" fmla="*/ 0 w 1791589"/>
                  <a:gd name="connsiteY1" fmla="*/ 1791591 h 1791591"/>
                  <a:gd name="connsiteX2" fmla="*/ 0 w 1791589"/>
                  <a:gd name="connsiteY2" fmla="*/ 1791591 h 1791591"/>
                  <a:gd name="connsiteX3" fmla="*/ 1791590 w 1791589"/>
                  <a:gd name="connsiteY3" fmla="*/ 0 h 1791591"/>
                  <a:gd name="connsiteX4" fmla="*/ 1791590 w 1791589"/>
                  <a:gd name="connsiteY4" fmla="*/ 0 h 1791591"/>
                  <a:gd name="connsiteX5" fmla="*/ 1791590 w 1791589"/>
                  <a:gd name="connsiteY5" fmla="*/ 0 h 1791591"/>
                  <a:gd name="connsiteX6" fmla="*/ 0 w 1791589"/>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89" h="1791591">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grpFill/>
              <a:ln w="8907"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9153AB54-012F-54F7-792F-51345946338F}"/>
                  </a:ext>
                </a:extLst>
              </p:cNvPr>
              <p:cNvSpPr/>
              <p:nvPr userDrawn="1"/>
            </p:nvSpPr>
            <p:spPr>
              <a:xfrm>
                <a:off x="13287925"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7 w 3782287"/>
                  <a:gd name="connsiteY3" fmla="*/ 197502 h 1791591"/>
                  <a:gd name="connsiteX4" fmla="*/ 3782287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grpFill/>
              <a:ln w="8907"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3457EE4F-0F4C-4637-CEA9-465D455ACB6D}"/>
                  </a:ext>
                </a:extLst>
              </p:cNvPr>
              <p:cNvSpPr/>
              <p:nvPr userDrawn="1"/>
            </p:nvSpPr>
            <p:spPr>
              <a:xfrm>
                <a:off x="11297228"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pFill/>
              <a:ln w="8907"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8F7D60F7-1AA9-878B-B157-6D708654D60D}"/>
                  </a:ext>
                </a:extLst>
              </p:cNvPr>
              <p:cNvSpPr/>
              <p:nvPr userDrawn="1"/>
            </p:nvSpPr>
            <p:spPr>
              <a:xfrm>
                <a:off x="18264666" y="1427584"/>
                <a:ext cx="796242" cy="1791591"/>
              </a:xfrm>
              <a:custGeom>
                <a:avLst/>
                <a:gdLst>
                  <a:gd name="connsiteX0" fmla="*/ 796243 w 796242"/>
                  <a:gd name="connsiteY0" fmla="*/ 1791591 h 1791591"/>
                  <a:gd name="connsiteX1" fmla="*/ 796243 w 796242"/>
                  <a:gd name="connsiteY1" fmla="*/ 1791591 h 1791591"/>
                  <a:gd name="connsiteX2" fmla="*/ 796243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3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grpFill/>
              <a:ln w="8907"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3AF279AF-64AA-EF02-CB76-C9B04DDF2FAC}"/>
                  </a:ext>
                </a:extLst>
              </p:cNvPr>
              <p:cNvSpPr/>
              <p:nvPr userDrawn="1"/>
            </p:nvSpPr>
            <p:spPr>
              <a:xfrm>
                <a:off x="1341430"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8 w 3782287"/>
                  <a:gd name="connsiteY3" fmla="*/ 197502 h 1791591"/>
                  <a:gd name="connsiteX4" fmla="*/ 3782288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pFill/>
              <a:ln w="8907"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D0018261-BFBC-7B45-E670-760D51155344}"/>
                  </a:ext>
                </a:extLst>
              </p:cNvPr>
              <p:cNvSpPr/>
              <p:nvPr userDrawn="1"/>
            </p:nvSpPr>
            <p:spPr>
              <a:xfrm>
                <a:off x="9305373"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pFill/>
              <a:ln w="8907"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8AFE7DF5-1D16-277F-9326-836E98E8C30A}"/>
                  </a:ext>
                </a:extLst>
              </p:cNvPr>
              <p:cNvSpPr/>
              <p:nvPr userDrawn="1"/>
            </p:nvSpPr>
            <p:spPr>
              <a:xfrm>
                <a:off x="6319329" y="1427584"/>
                <a:ext cx="796242" cy="1791591"/>
              </a:xfrm>
              <a:custGeom>
                <a:avLst/>
                <a:gdLst>
                  <a:gd name="connsiteX0" fmla="*/ 796242 w 796242"/>
                  <a:gd name="connsiteY0" fmla="*/ 1791591 h 1791591"/>
                  <a:gd name="connsiteX1" fmla="*/ 796242 w 796242"/>
                  <a:gd name="connsiteY1" fmla="*/ 1791591 h 1791591"/>
                  <a:gd name="connsiteX2" fmla="*/ 796242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2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pFill/>
              <a:ln w="8907" cap="flat">
                <a:noFill/>
                <a:prstDash val="solid"/>
                <a:miter/>
              </a:ln>
            </p:spPr>
            <p:txBody>
              <a:bodyPr rtlCol="0" anchor="ctr"/>
              <a:lstStyle/>
              <a:p>
                <a:endParaRPr lang="en-US"/>
              </a:p>
            </p:txBody>
          </p:sp>
          <p:sp>
            <p:nvSpPr>
              <p:cNvPr id="198" name="Freeform: Shape 197">
                <a:extLst>
                  <a:ext uri="{FF2B5EF4-FFF2-40B4-BE49-F238E27FC236}">
                    <a16:creationId xmlns:a16="http://schemas.microsoft.com/office/drawing/2014/main" id="{D34371FE-82B5-0424-DF99-374AC2C2A233}"/>
                  </a:ext>
                </a:extLst>
              </p:cNvPr>
              <p:cNvSpPr/>
              <p:nvPr userDrawn="1"/>
            </p:nvSpPr>
            <p:spPr>
              <a:xfrm>
                <a:off x="17269317"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pFill/>
              <a:ln w="8907" cap="flat">
                <a:noFill/>
                <a:prstDash val="solid"/>
                <a:miter/>
              </a:ln>
            </p:spPr>
            <p:txBody>
              <a:bodyPr rtlCol="0" anchor="ctr"/>
              <a:lstStyle/>
              <a:p>
                <a:endParaRPr lang="en-US"/>
              </a:p>
            </p:txBody>
          </p:sp>
        </p:grpSp>
      </p:grpSp>
      <p:sp>
        <p:nvSpPr>
          <p:cNvPr id="2" name="Rectangle: Diagonal Corners Rounded 1">
            <a:extLst>
              <a:ext uri="{FF2B5EF4-FFF2-40B4-BE49-F238E27FC236}">
                <a16:creationId xmlns:a16="http://schemas.microsoft.com/office/drawing/2014/main" id="{C5834157-93D4-9F36-F0F5-BE17455BC804}"/>
              </a:ext>
            </a:extLst>
          </p:cNvPr>
          <p:cNvSpPr/>
          <p:nvPr userDrawn="1"/>
        </p:nvSpPr>
        <p:spPr>
          <a:xfrm>
            <a:off x="939184" y="13090211"/>
            <a:ext cx="1449453" cy="409020"/>
          </a:xfrm>
          <a:prstGeom prst="round2Diag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000">
                <a:solidFill>
                  <a:schemeClr val="accent1"/>
                </a:solidFill>
              </a:rPr>
              <a:t>Internal</a:t>
            </a:r>
          </a:p>
        </p:txBody>
      </p:sp>
    </p:spTree>
    <p:extLst>
      <p:ext uri="{BB962C8B-B14F-4D97-AF65-F5344CB8AC3E}">
        <p14:creationId xmlns:p14="http://schemas.microsoft.com/office/powerpoint/2010/main" val="23684683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Slide Dark">
    <p:bg>
      <p:bgPr>
        <a:solidFill>
          <a:schemeClr val="tx1"/>
        </a:solidFill>
        <a:effectLst/>
      </p:bgPr>
    </p:bg>
    <p:spTree>
      <p:nvGrpSpPr>
        <p:cNvPr id="1" name=""/>
        <p:cNvGrpSpPr/>
        <p:nvPr/>
      </p:nvGrpSpPr>
      <p:grpSpPr>
        <a:xfrm>
          <a:off x="0" y="0"/>
          <a:ext cx="0" cy="0"/>
          <a:chOff x="0" y="0"/>
          <a:chExt cx="0" cy="0"/>
        </a:xfrm>
      </p:grpSpPr>
      <p:sp>
        <p:nvSpPr>
          <p:cNvPr id="20" name="Text Placeholder 2">
            <a:extLst>
              <a:ext uri="{FF2B5EF4-FFF2-40B4-BE49-F238E27FC236}">
                <a16:creationId xmlns:a16="http://schemas.microsoft.com/office/drawing/2014/main" id="{B75FBCD5-7D0D-3F43-8975-A66B00024365}"/>
              </a:ext>
            </a:extLst>
          </p:cNvPr>
          <p:cNvSpPr>
            <a:spLocks noGrp="1"/>
          </p:cNvSpPr>
          <p:nvPr>
            <p:ph type="body" sz="quarter" idx="11" hasCustomPrompt="1"/>
          </p:nvPr>
        </p:nvSpPr>
        <p:spPr>
          <a:xfrm>
            <a:off x="1355907" y="5937878"/>
            <a:ext cx="5338882" cy="2065862"/>
          </a:xfrm>
          <a:prstGeom prst="rect">
            <a:avLst/>
          </a:prstGeom>
        </p:spPr>
        <p:txBody>
          <a:bodyPr anchor="ctr">
            <a:noAutofit/>
          </a:bodyPr>
          <a:lstStyle>
            <a:lvl1pPr marL="0" indent="0" algn="ctr">
              <a:buNone/>
              <a:defRPr sz="9600" b="0" i="0">
                <a:solidFill>
                  <a:schemeClr val="bg2"/>
                </a:solidFill>
                <a:latin typeface="Bahij TheSansArabic Black" panose="02040703060201020203" pitchFamily="18" charset="-78"/>
                <a:ea typeface="Roboto Black" panose="02000000000000000000" pitchFamily="2" charset="0"/>
                <a:cs typeface="Bahij TheSansArabic Black" panose="02040703060201020203" pitchFamily="18" charset="-78"/>
              </a:defRPr>
            </a:lvl1pPr>
          </a:lstStyle>
          <a:p>
            <a:pPr lvl="0"/>
            <a:r>
              <a:rPr lang="en-US"/>
              <a:t>Agenda</a:t>
            </a:r>
          </a:p>
        </p:txBody>
      </p:sp>
      <p:grpSp>
        <p:nvGrpSpPr>
          <p:cNvPr id="83" name="Group 82">
            <a:extLst>
              <a:ext uri="{FF2B5EF4-FFF2-40B4-BE49-F238E27FC236}">
                <a16:creationId xmlns:a16="http://schemas.microsoft.com/office/drawing/2014/main" id="{7F1EDF17-0D63-CB34-601C-69F0A77DA467}"/>
              </a:ext>
            </a:extLst>
          </p:cNvPr>
          <p:cNvGrpSpPr/>
          <p:nvPr userDrawn="1"/>
        </p:nvGrpSpPr>
        <p:grpSpPr>
          <a:xfrm>
            <a:off x="1355907" y="4752141"/>
            <a:ext cx="1844493" cy="1185737"/>
            <a:chOff x="1355907" y="3644535"/>
            <a:chExt cx="2786939" cy="1791591"/>
          </a:xfrm>
        </p:grpSpPr>
        <p:sp>
          <p:nvSpPr>
            <p:cNvPr id="81" name="Freeform: Shape 80">
              <a:extLst>
                <a:ext uri="{FF2B5EF4-FFF2-40B4-BE49-F238E27FC236}">
                  <a16:creationId xmlns:a16="http://schemas.microsoft.com/office/drawing/2014/main" id="{0952E964-B7C8-98A3-3AFF-B06A37CE8144}"/>
                </a:ext>
              </a:extLst>
            </p:cNvPr>
            <p:cNvSpPr/>
            <p:nvPr userDrawn="1"/>
          </p:nvSpPr>
          <p:spPr>
            <a:xfrm>
              <a:off x="2351255" y="3644535"/>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DE165494-130D-CDA3-E973-D356CB31CC60}"/>
                </a:ext>
              </a:extLst>
            </p:cNvPr>
            <p:cNvSpPr/>
            <p:nvPr userDrawn="1"/>
          </p:nvSpPr>
          <p:spPr>
            <a:xfrm>
              <a:off x="1355907" y="3644535"/>
              <a:ext cx="796242" cy="1791591"/>
            </a:xfrm>
            <a:custGeom>
              <a:avLst/>
              <a:gdLst>
                <a:gd name="connsiteX0" fmla="*/ 796242 w 796242"/>
                <a:gd name="connsiteY0" fmla="*/ 1791591 h 1791591"/>
                <a:gd name="connsiteX1" fmla="*/ 796242 w 796242"/>
                <a:gd name="connsiteY1" fmla="*/ 1791591 h 1791591"/>
                <a:gd name="connsiteX2" fmla="*/ 796242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2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grpSp>
      <p:sp>
        <p:nvSpPr>
          <p:cNvPr id="3" name="Rectangle: Diagonal Corners Rounded 2">
            <a:extLst>
              <a:ext uri="{FF2B5EF4-FFF2-40B4-BE49-F238E27FC236}">
                <a16:creationId xmlns:a16="http://schemas.microsoft.com/office/drawing/2014/main" id="{BF16BA07-A2F3-F3B2-BD80-688FFFE090F7}"/>
              </a:ext>
            </a:extLst>
          </p:cNvPr>
          <p:cNvSpPr/>
          <p:nvPr userDrawn="1"/>
        </p:nvSpPr>
        <p:spPr>
          <a:xfrm>
            <a:off x="273503" y="13071550"/>
            <a:ext cx="1449453" cy="409020"/>
          </a:xfrm>
          <a:prstGeom prst="round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000">
                <a:solidFill>
                  <a:schemeClr val="bg2"/>
                </a:solidFill>
              </a:rPr>
              <a:t>Internal</a:t>
            </a:r>
          </a:p>
        </p:txBody>
      </p:sp>
    </p:spTree>
    <p:extLst>
      <p:ext uri="{BB962C8B-B14F-4D97-AF65-F5344CB8AC3E}">
        <p14:creationId xmlns:p14="http://schemas.microsoft.com/office/powerpoint/2010/main" val="40870515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b-Section Slide">
    <p:spTree>
      <p:nvGrpSpPr>
        <p:cNvPr id="1" name=""/>
        <p:cNvGrpSpPr/>
        <p:nvPr/>
      </p:nvGrpSpPr>
      <p:grpSpPr>
        <a:xfrm>
          <a:off x="0" y="0"/>
          <a:ext cx="0" cy="0"/>
          <a:chOff x="0" y="0"/>
          <a:chExt cx="0" cy="0"/>
        </a:xfrm>
      </p:grpSpPr>
      <p:sp>
        <p:nvSpPr>
          <p:cNvPr id="59" name="Rectangle: Single Corner Rounded 58">
            <a:extLst>
              <a:ext uri="{FF2B5EF4-FFF2-40B4-BE49-F238E27FC236}">
                <a16:creationId xmlns:a16="http://schemas.microsoft.com/office/drawing/2014/main" id="{0948053A-9776-6E4C-F052-D258DF3955B7}"/>
              </a:ext>
            </a:extLst>
          </p:cNvPr>
          <p:cNvSpPr/>
          <p:nvPr userDrawn="1"/>
        </p:nvSpPr>
        <p:spPr>
          <a:xfrm>
            <a:off x="0" y="3970266"/>
            <a:ext cx="21458182" cy="5994828"/>
          </a:xfrm>
          <a:prstGeom prst="round1Rect">
            <a:avLst>
              <a:gd name="adj" fmla="val 20955"/>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hidden="1">
            <a:extLst>
              <a:ext uri="{FF2B5EF4-FFF2-40B4-BE49-F238E27FC236}">
                <a16:creationId xmlns:a16="http://schemas.microsoft.com/office/drawing/2014/main" id="{4D21D6D7-C1B3-6E4D-96E0-59E9223D2B2C}"/>
              </a:ext>
            </a:extLst>
          </p:cNvPr>
          <p:cNvPicPr>
            <a:picLocks noChangeAspect="1"/>
          </p:cNvPicPr>
          <p:nvPr userDrawn="1"/>
        </p:nvPicPr>
        <p:blipFill>
          <a:blip r:embed="rId2"/>
          <a:stretch>
            <a:fillRect/>
          </a:stretch>
        </p:blipFill>
        <p:spPr>
          <a:xfrm>
            <a:off x="0" y="0"/>
            <a:ext cx="24358600" cy="13716000"/>
          </a:xfrm>
          <a:prstGeom prst="rect">
            <a:avLst/>
          </a:prstGeom>
        </p:spPr>
      </p:pic>
      <p:sp>
        <p:nvSpPr>
          <p:cNvPr id="12" name="Text Placeholder 2">
            <a:extLst>
              <a:ext uri="{FF2B5EF4-FFF2-40B4-BE49-F238E27FC236}">
                <a16:creationId xmlns:a16="http://schemas.microsoft.com/office/drawing/2014/main" id="{BE2BE87F-1095-DF46-B8A6-F14527A26B35}"/>
              </a:ext>
            </a:extLst>
          </p:cNvPr>
          <p:cNvSpPr>
            <a:spLocks noGrp="1"/>
          </p:cNvSpPr>
          <p:nvPr>
            <p:ph type="body" sz="quarter" idx="13" hasCustomPrompt="1"/>
          </p:nvPr>
        </p:nvSpPr>
        <p:spPr>
          <a:xfrm>
            <a:off x="1616865" y="5187820"/>
            <a:ext cx="16369423" cy="3191070"/>
          </a:xfrm>
          <a:prstGeom prst="rect">
            <a:avLst/>
          </a:prstGeom>
        </p:spPr>
        <p:txBody>
          <a:bodyPr lIns="0" tIns="0" rIns="0" bIns="0" anchor="ctr">
            <a:noAutofit/>
          </a:bodyPr>
          <a:lstStyle>
            <a:lvl1pPr marL="0" indent="0" algn="l">
              <a:buNone/>
              <a:defRPr sz="8000" b="0" i="0">
                <a:solidFill>
                  <a:schemeClr val="bg1"/>
                </a:solidFill>
                <a:latin typeface="Bahij TheSansArabic ExtraBold" panose="02040503050201020203" pitchFamily="18" charset="-78"/>
                <a:ea typeface="Roboto Black" panose="02000000000000000000" pitchFamily="2" charset="0"/>
              </a:defRPr>
            </a:lvl1pPr>
          </a:lstStyle>
          <a:p>
            <a:pPr lvl="0"/>
            <a:r>
              <a:rPr lang="en-US"/>
              <a:t>Sub Section Title</a:t>
            </a:r>
          </a:p>
        </p:txBody>
      </p:sp>
      <p:grpSp>
        <p:nvGrpSpPr>
          <p:cNvPr id="71" name="Group 70">
            <a:extLst>
              <a:ext uri="{FF2B5EF4-FFF2-40B4-BE49-F238E27FC236}">
                <a16:creationId xmlns:a16="http://schemas.microsoft.com/office/drawing/2014/main" id="{B7B6DFC5-B3A3-2610-70D6-B4D333B2C0A8}"/>
              </a:ext>
            </a:extLst>
          </p:cNvPr>
          <p:cNvGrpSpPr/>
          <p:nvPr userDrawn="1"/>
        </p:nvGrpSpPr>
        <p:grpSpPr>
          <a:xfrm>
            <a:off x="186610" y="8973301"/>
            <a:ext cx="21122640" cy="883869"/>
            <a:chOff x="0" y="10743237"/>
            <a:chExt cx="21670310" cy="892607"/>
          </a:xfrm>
        </p:grpSpPr>
        <p:sp>
          <p:nvSpPr>
            <p:cNvPr id="20" name="Freeform: Shape 19">
              <a:extLst>
                <a:ext uri="{FF2B5EF4-FFF2-40B4-BE49-F238E27FC236}">
                  <a16:creationId xmlns:a16="http://schemas.microsoft.com/office/drawing/2014/main" id="{278B705A-5EAB-2199-3EEF-98D1AC70DC9D}"/>
                </a:ext>
              </a:extLst>
            </p:cNvPr>
            <p:cNvSpPr/>
            <p:nvPr userDrawn="1"/>
          </p:nvSpPr>
          <p:spPr>
            <a:xfrm>
              <a:off x="2975992" y="10743237"/>
              <a:ext cx="892607" cy="892607"/>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8B15D0F3-275B-5A77-0832-98952B7F0E3A}"/>
                </a:ext>
              </a:extLst>
            </p:cNvPr>
            <p:cNvSpPr/>
            <p:nvPr userDrawn="1"/>
          </p:nvSpPr>
          <p:spPr>
            <a:xfrm>
              <a:off x="1984186" y="10743237"/>
              <a:ext cx="396704" cy="892607"/>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488BDAEE-D6B1-E561-8E0F-68B901BE716D}"/>
                </a:ext>
              </a:extLst>
            </p:cNvPr>
            <p:cNvSpPr/>
            <p:nvPr userDrawn="1"/>
          </p:nvSpPr>
          <p:spPr>
            <a:xfrm>
              <a:off x="8927399" y="10743237"/>
              <a:ext cx="892607" cy="892607"/>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FB1B6694-B166-DE14-473B-53F9C3AFB430}"/>
                </a:ext>
              </a:extLst>
            </p:cNvPr>
            <p:cNvSpPr/>
            <p:nvPr userDrawn="1"/>
          </p:nvSpPr>
          <p:spPr>
            <a:xfrm>
              <a:off x="9919204" y="10743237"/>
              <a:ext cx="892606" cy="892607"/>
            </a:xfrm>
            <a:custGeom>
              <a:avLst/>
              <a:gdLst>
                <a:gd name="connsiteX0" fmla="*/ 0 w 1791589"/>
                <a:gd name="connsiteY0" fmla="*/ 1791591 h 1791591"/>
                <a:gd name="connsiteX1" fmla="*/ 0 w 1791589"/>
                <a:gd name="connsiteY1" fmla="*/ 1791591 h 1791591"/>
                <a:gd name="connsiteX2" fmla="*/ 0 w 1791589"/>
                <a:gd name="connsiteY2" fmla="*/ 1791591 h 1791591"/>
                <a:gd name="connsiteX3" fmla="*/ 1791590 w 1791589"/>
                <a:gd name="connsiteY3" fmla="*/ 0 h 1791591"/>
                <a:gd name="connsiteX4" fmla="*/ 1791590 w 1791589"/>
                <a:gd name="connsiteY4" fmla="*/ 0 h 1791591"/>
                <a:gd name="connsiteX5" fmla="*/ 1791590 w 1791589"/>
                <a:gd name="connsiteY5" fmla="*/ 0 h 1791591"/>
                <a:gd name="connsiteX6" fmla="*/ 0 w 1791589"/>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89" h="1791591">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ACF73B16-ECF2-EDAD-956A-2F47880C4C78}"/>
                </a:ext>
              </a:extLst>
            </p:cNvPr>
            <p:cNvSpPr/>
            <p:nvPr userDrawn="1"/>
          </p:nvSpPr>
          <p:spPr>
            <a:xfrm>
              <a:off x="5951984" y="10743237"/>
              <a:ext cx="1884411" cy="892607"/>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7 w 3782287"/>
                <a:gd name="connsiteY3" fmla="*/ 197502 h 1791591"/>
                <a:gd name="connsiteX4" fmla="*/ 3782287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13A78466-CDB8-7A1E-4FAF-563275502AB8}"/>
                </a:ext>
              </a:extLst>
            </p:cNvPr>
            <p:cNvSpPr/>
            <p:nvPr userDrawn="1"/>
          </p:nvSpPr>
          <p:spPr>
            <a:xfrm>
              <a:off x="4960179" y="10743237"/>
              <a:ext cx="892607" cy="892607"/>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19E619D4-BE5A-7696-BCB9-2D30EB6DEA53}"/>
                </a:ext>
              </a:extLst>
            </p:cNvPr>
            <p:cNvSpPr/>
            <p:nvPr userDrawn="1"/>
          </p:nvSpPr>
          <p:spPr>
            <a:xfrm>
              <a:off x="8431496" y="10743237"/>
              <a:ext cx="396704" cy="892607"/>
            </a:xfrm>
            <a:custGeom>
              <a:avLst/>
              <a:gdLst>
                <a:gd name="connsiteX0" fmla="*/ 796243 w 796242"/>
                <a:gd name="connsiteY0" fmla="*/ 1791591 h 1791591"/>
                <a:gd name="connsiteX1" fmla="*/ 796243 w 796242"/>
                <a:gd name="connsiteY1" fmla="*/ 1791591 h 1791591"/>
                <a:gd name="connsiteX2" fmla="*/ 796243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3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122B02F8-25F5-A156-C642-4BBC797F6297}"/>
                </a:ext>
              </a:extLst>
            </p:cNvPr>
            <p:cNvSpPr/>
            <p:nvPr userDrawn="1"/>
          </p:nvSpPr>
          <p:spPr>
            <a:xfrm>
              <a:off x="0" y="10743237"/>
              <a:ext cx="1884411" cy="892607"/>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8 w 3782287"/>
                <a:gd name="connsiteY3" fmla="*/ 197502 h 1791591"/>
                <a:gd name="connsiteX4" fmla="*/ 3782288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A570D90B-C3A3-7879-C6F9-50DEC92A06D3}"/>
                </a:ext>
              </a:extLst>
            </p:cNvPr>
            <p:cNvSpPr/>
            <p:nvPr userDrawn="1"/>
          </p:nvSpPr>
          <p:spPr>
            <a:xfrm>
              <a:off x="3967796" y="10743237"/>
              <a:ext cx="892607" cy="892607"/>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B23FCF0B-1DDE-7CB1-A2BB-587708EBB8C0}"/>
                </a:ext>
              </a:extLst>
            </p:cNvPr>
            <p:cNvSpPr/>
            <p:nvPr userDrawn="1"/>
          </p:nvSpPr>
          <p:spPr>
            <a:xfrm>
              <a:off x="2480089" y="10743237"/>
              <a:ext cx="396704" cy="892607"/>
            </a:xfrm>
            <a:custGeom>
              <a:avLst/>
              <a:gdLst>
                <a:gd name="connsiteX0" fmla="*/ 796242 w 796242"/>
                <a:gd name="connsiteY0" fmla="*/ 1791591 h 1791591"/>
                <a:gd name="connsiteX1" fmla="*/ 796242 w 796242"/>
                <a:gd name="connsiteY1" fmla="*/ 1791591 h 1791591"/>
                <a:gd name="connsiteX2" fmla="*/ 796242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2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BEE53F28-2D68-B494-AC48-84158EB3D0B0}"/>
                </a:ext>
              </a:extLst>
            </p:cNvPr>
            <p:cNvSpPr/>
            <p:nvPr userDrawn="1"/>
          </p:nvSpPr>
          <p:spPr>
            <a:xfrm>
              <a:off x="7935593" y="10743237"/>
              <a:ext cx="396704" cy="892607"/>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A749072F-0902-A87D-96E7-DDDEC3C02DA9}"/>
                </a:ext>
              </a:extLst>
            </p:cNvPr>
            <p:cNvSpPr/>
            <p:nvPr userDrawn="1"/>
          </p:nvSpPr>
          <p:spPr>
            <a:xfrm>
              <a:off x="13834492" y="10743237"/>
              <a:ext cx="892607" cy="892607"/>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EA8D319E-D873-7D7E-4364-A9B56A52913D}"/>
                </a:ext>
              </a:extLst>
            </p:cNvPr>
            <p:cNvSpPr/>
            <p:nvPr userDrawn="1"/>
          </p:nvSpPr>
          <p:spPr>
            <a:xfrm>
              <a:off x="12842686" y="10743237"/>
              <a:ext cx="396704" cy="892607"/>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D4C64B2D-8936-7AB7-4A6E-AA84023CB732}"/>
                </a:ext>
              </a:extLst>
            </p:cNvPr>
            <p:cNvSpPr/>
            <p:nvPr userDrawn="1"/>
          </p:nvSpPr>
          <p:spPr>
            <a:xfrm>
              <a:off x="19785899" y="10743237"/>
              <a:ext cx="892607" cy="892607"/>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779817F4-CAD1-0597-A106-E2D786501862}"/>
                </a:ext>
              </a:extLst>
            </p:cNvPr>
            <p:cNvSpPr/>
            <p:nvPr userDrawn="1"/>
          </p:nvSpPr>
          <p:spPr>
            <a:xfrm>
              <a:off x="20777704" y="10743237"/>
              <a:ext cx="892606" cy="892607"/>
            </a:xfrm>
            <a:custGeom>
              <a:avLst/>
              <a:gdLst>
                <a:gd name="connsiteX0" fmla="*/ 0 w 1791589"/>
                <a:gd name="connsiteY0" fmla="*/ 1791591 h 1791591"/>
                <a:gd name="connsiteX1" fmla="*/ 0 w 1791589"/>
                <a:gd name="connsiteY1" fmla="*/ 1791591 h 1791591"/>
                <a:gd name="connsiteX2" fmla="*/ 0 w 1791589"/>
                <a:gd name="connsiteY2" fmla="*/ 1791591 h 1791591"/>
                <a:gd name="connsiteX3" fmla="*/ 1791590 w 1791589"/>
                <a:gd name="connsiteY3" fmla="*/ 0 h 1791591"/>
                <a:gd name="connsiteX4" fmla="*/ 1791590 w 1791589"/>
                <a:gd name="connsiteY4" fmla="*/ 0 h 1791591"/>
                <a:gd name="connsiteX5" fmla="*/ 1791590 w 1791589"/>
                <a:gd name="connsiteY5" fmla="*/ 0 h 1791591"/>
                <a:gd name="connsiteX6" fmla="*/ 0 w 1791589"/>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89" h="1791591">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D556498-C4E5-A9BD-B1D3-D2370CED6565}"/>
                </a:ext>
              </a:extLst>
            </p:cNvPr>
            <p:cNvSpPr/>
            <p:nvPr userDrawn="1"/>
          </p:nvSpPr>
          <p:spPr>
            <a:xfrm>
              <a:off x="16810484" y="10743237"/>
              <a:ext cx="1884411" cy="892607"/>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7 w 3782287"/>
                <a:gd name="connsiteY3" fmla="*/ 197502 h 1791591"/>
                <a:gd name="connsiteX4" fmla="*/ 3782287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AE153D2F-7224-DEF5-45A2-68A95BB646E8}"/>
                </a:ext>
              </a:extLst>
            </p:cNvPr>
            <p:cNvSpPr/>
            <p:nvPr userDrawn="1"/>
          </p:nvSpPr>
          <p:spPr>
            <a:xfrm>
              <a:off x="15818679" y="10743237"/>
              <a:ext cx="892607" cy="892607"/>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CBED169D-CF9B-D56B-1247-5D488175C85C}"/>
                </a:ext>
              </a:extLst>
            </p:cNvPr>
            <p:cNvSpPr/>
            <p:nvPr userDrawn="1"/>
          </p:nvSpPr>
          <p:spPr>
            <a:xfrm>
              <a:off x="19289996" y="10743237"/>
              <a:ext cx="396704" cy="892607"/>
            </a:xfrm>
            <a:custGeom>
              <a:avLst/>
              <a:gdLst>
                <a:gd name="connsiteX0" fmla="*/ 796243 w 796242"/>
                <a:gd name="connsiteY0" fmla="*/ 1791591 h 1791591"/>
                <a:gd name="connsiteX1" fmla="*/ 796243 w 796242"/>
                <a:gd name="connsiteY1" fmla="*/ 1791591 h 1791591"/>
                <a:gd name="connsiteX2" fmla="*/ 796243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3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gradFill>
              <a:gsLst>
                <a:gs pos="0">
                  <a:schemeClr val="accent2">
                    <a:alpha val="82000"/>
                  </a:schemeClr>
                </a:gs>
                <a:gs pos="100000">
                  <a:schemeClr val="accent2"/>
                </a:gs>
              </a:gsLst>
              <a:lin ang="16200000" scaled="1"/>
            </a:gradFill>
            <a:ln w="8907"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67E892F5-4597-3912-121E-915AB50E97AF}"/>
                </a:ext>
              </a:extLst>
            </p:cNvPr>
            <p:cNvSpPr/>
            <p:nvPr userDrawn="1"/>
          </p:nvSpPr>
          <p:spPr>
            <a:xfrm>
              <a:off x="10858500" y="10743237"/>
              <a:ext cx="1884411" cy="892607"/>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8 w 3782287"/>
                <a:gd name="connsiteY3" fmla="*/ 197502 h 1791591"/>
                <a:gd name="connsiteX4" fmla="*/ 3782288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DEA8CC8D-E159-4AA1-048C-33810813BE6A}"/>
                </a:ext>
              </a:extLst>
            </p:cNvPr>
            <p:cNvSpPr/>
            <p:nvPr userDrawn="1"/>
          </p:nvSpPr>
          <p:spPr>
            <a:xfrm>
              <a:off x="14826296" y="10743237"/>
              <a:ext cx="892607" cy="892607"/>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D9C0786F-AC69-3F1B-1924-044198F6CDDF}"/>
                </a:ext>
              </a:extLst>
            </p:cNvPr>
            <p:cNvSpPr/>
            <p:nvPr userDrawn="1"/>
          </p:nvSpPr>
          <p:spPr>
            <a:xfrm>
              <a:off x="13338589" y="10743237"/>
              <a:ext cx="396704" cy="892607"/>
            </a:xfrm>
            <a:custGeom>
              <a:avLst/>
              <a:gdLst>
                <a:gd name="connsiteX0" fmla="*/ 796242 w 796242"/>
                <a:gd name="connsiteY0" fmla="*/ 1791591 h 1791591"/>
                <a:gd name="connsiteX1" fmla="*/ 796242 w 796242"/>
                <a:gd name="connsiteY1" fmla="*/ 1791591 h 1791591"/>
                <a:gd name="connsiteX2" fmla="*/ 796242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2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D946A2A4-23E7-FB89-4927-E9A1DC4EC762}"/>
                </a:ext>
              </a:extLst>
            </p:cNvPr>
            <p:cNvSpPr/>
            <p:nvPr userDrawn="1"/>
          </p:nvSpPr>
          <p:spPr>
            <a:xfrm>
              <a:off x="18794093" y="10743237"/>
              <a:ext cx="396704" cy="892607"/>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grpSp>
      <p:sp>
        <p:nvSpPr>
          <p:cNvPr id="2" name="Rectangle: Diagonal Corners Rounded 1">
            <a:extLst>
              <a:ext uri="{FF2B5EF4-FFF2-40B4-BE49-F238E27FC236}">
                <a16:creationId xmlns:a16="http://schemas.microsoft.com/office/drawing/2014/main" id="{6A9757D7-3AD7-52AD-BC79-B063D3B021F6}"/>
              </a:ext>
            </a:extLst>
          </p:cNvPr>
          <p:cNvSpPr/>
          <p:nvPr userDrawn="1"/>
        </p:nvSpPr>
        <p:spPr>
          <a:xfrm>
            <a:off x="279915" y="13108872"/>
            <a:ext cx="1449453" cy="409020"/>
          </a:xfrm>
          <a:prstGeom prst="round2Diag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000">
                <a:solidFill>
                  <a:schemeClr val="accent1"/>
                </a:solidFill>
              </a:rPr>
              <a:t>Internal</a:t>
            </a:r>
          </a:p>
        </p:txBody>
      </p:sp>
    </p:spTree>
    <p:extLst>
      <p:ext uri="{BB962C8B-B14F-4D97-AF65-F5344CB8AC3E}">
        <p14:creationId xmlns:p14="http://schemas.microsoft.com/office/powerpoint/2010/main" val="22912299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Section Slide">
    <p:bg>
      <p:bgPr>
        <a:solidFill>
          <a:schemeClr val="tx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532AB6E-04E3-C251-36D1-7A79022E1522}"/>
              </a:ext>
            </a:extLst>
          </p:cNvPr>
          <p:cNvSpPr>
            <a:spLocks noGrp="1"/>
          </p:cNvSpPr>
          <p:nvPr>
            <p:ph type="title" hasCustomPrompt="1"/>
          </p:nvPr>
        </p:nvSpPr>
        <p:spPr>
          <a:xfrm>
            <a:off x="5872298" y="6098738"/>
            <a:ext cx="12407928" cy="1383254"/>
          </a:xfrm>
        </p:spPr>
        <p:txBody>
          <a:bodyPr lIns="0" tIns="0" rIns="0" bIns="0">
            <a:noAutofit/>
          </a:bodyPr>
          <a:lstStyle>
            <a:lvl1pPr algn="ctr">
              <a:defRPr sz="13200">
                <a:solidFill>
                  <a:schemeClr val="bg1"/>
                </a:solidFill>
                <a:latin typeface="Bahij TheSansArabic ExtraBold" panose="02040503050201020203" pitchFamily="18" charset="-78"/>
                <a:cs typeface="Bahij TheSansArabic ExtraBold" panose="02040503050201020203" pitchFamily="18" charset="-78"/>
              </a:defRPr>
            </a:lvl1pPr>
          </a:lstStyle>
          <a:p>
            <a:r>
              <a:rPr lang="en-US"/>
              <a:t>Thank you</a:t>
            </a:r>
          </a:p>
        </p:txBody>
      </p:sp>
      <p:grpSp>
        <p:nvGrpSpPr>
          <p:cNvPr id="2" name="Group 1">
            <a:extLst>
              <a:ext uri="{FF2B5EF4-FFF2-40B4-BE49-F238E27FC236}">
                <a16:creationId xmlns:a16="http://schemas.microsoft.com/office/drawing/2014/main" id="{C28A61D0-D5A2-7FAA-2C24-FBD5BED1B91B}"/>
              </a:ext>
            </a:extLst>
          </p:cNvPr>
          <p:cNvGrpSpPr/>
          <p:nvPr userDrawn="1"/>
        </p:nvGrpSpPr>
        <p:grpSpPr>
          <a:xfrm flipH="1">
            <a:off x="69426" y="5531413"/>
            <a:ext cx="6843252" cy="2653175"/>
            <a:chOff x="1341430" y="1427584"/>
            <a:chExt cx="9755534" cy="3782287"/>
          </a:xfrm>
        </p:grpSpPr>
        <p:sp>
          <p:nvSpPr>
            <p:cNvPr id="3" name="Freeform: Shape 2">
              <a:extLst>
                <a:ext uri="{FF2B5EF4-FFF2-40B4-BE49-F238E27FC236}">
                  <a16:creationId xmlns:a16="http://schemas.microsoft.com/office/drawing/2014/main" id="{06E0ADE4-2CA3-48F4-BD91-243549684BCB}"/>
                </a:ext>
              </a:extLst>
            </p:cNvPr>
            <p:cNvSpPr/>
            <p:nvPr/>
          </p:nvSpPr>
          <p:spPr>
            <a:xfrm>
              <a:off x="9305373" y="3418280"/>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4" name="Freeform: Shape 3">
              <a:extLst>
                <a:ext uri="{FF2B5EF4-FFF2-40B4-BE49-F238E27FC236}">
                  <a16:creationId xmlns:a16="http://schemas.microsoft.com/office/drawing/2014/main" id="{0BDBAA97-1546-E181-C7CF-1C81CBFB0D33}"/>
                </a:ext>
              </a:extLst>
            </p:cNvPr>
            <p:cNvSpPr/>
            <p:nvPr/>
          </p:nvSpPr>
          <p:spPr>
            <a:xfrm>
              <a:off x="7314677"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5" name="Freeform: Shape 4">
              <a:extLst>
                <a:ext uri="{FF2B5EF4-FFF2-40B4-BE49-F238E27FC236}">
                  <a16:creationId xmlns:a16="http://schemas.microsoft.com/office/drawing/2014/main" id="{2EA93DE1-0CD5-0126-5811-C230BFEF522F}"/>
                </a:ext>
              </a:extLst>
            </p:cNvPr>
            <p:cNvSpPr/>
            <p:nvPr/>
          </p:nvSpPr>
          <p:spPr>
            <a:xfrm>
              <a:off x="3333284" y="3418280"/>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38DDD980-25A2-DA9F-2C6C-145B325B13C8}"/>
                </a:ext>
              </a:extLst>
            </p:cNvPr>
            <p:cNvSpPr/>
            <p:nvPr/>
          </p:nvSpPr>
          <p:spPr>
            <a:xfrm>
              <a:off x="5323980"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33F2CDF8-8D90-3A5E-607E-C0F4A6BB355A}"/>
                </a:ext>
              </a:extLst>
            </p:cNvPr>
            <p:cNvSpPr/>
            <p:nvPr/>
          </p:nvSpPr>
          <p:spPr>
            <a:xfrm>
              <a:off x="1342677" y="3418280"/>
              <a:ext cx="796242" cy="1791591"/>
            </a:xfrm>
            <a:custGeom>
              <a:avLst/>
              <a:gdLst>
                <a:gd name="connsiteX0" fmla="*/ 796243 w 796242"/>
                <a:gd name="connsiteY0" fmla="*/ 1791591 h 1791591"/>
                <a:gd name="connsiteX1" fmla="*/ 796243 w 796242"/>
                <a:gd name="connsiteY1" fmla="*/ 1791591 h 1791591"/>
                <a:gd name="connsiteX2" fmla="*/ 796243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3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3" y="1791591"/>
                  </a:moveTo>
                  <a:lnTo>
                    <a:pt x="796243" y="1791591"/>
                  </a:lnTo>
                  <a:lnTo>
                    <a:pt x="796243" y="796243"/>
                  </a:lnTo>
                  <a:cubicBezTo>
                    <a:pt x="796243" y="356430"/>
                    <a:pt x="439724" y="0"/>
                    <a:pt x="0" y="0"/>
                  </a:cubicBezTo>
                  <a:lnTo>
                    <a:pt x="0" y="0"/>
                  </a:lnTo>
                  <a:lnTo>
                    <a:pt x="0" y="995348"/>
                  </a:lnTo>
                  <a:cubicBezTo>
                    <a:pt x="0" y="1435162"/>
                    <a:pt x="356519" y="1791591"/>
                    <a:pt x="796243"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7C1DC326-0C26-7104-1BF9-BBE85A3C804B}"/>
                </a:ext>
              </a:extLst>
            </p:cNvPr>
            <p:cNvSpPr/>
            <p:nvPr/>
          </p:nvSpPr>
          <p:spPr>
            <a:xfrm>
              <a:off x="2337936" y="3418280"/>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3" y="1791591"/>
                    <a:pt x="796243" y="1435072"/>
                    <a:pt x="796243" y="995348"/>
                  </a:cubicBezTo>
                  <a:lnTo>
                    <a:pt x="796243" y="0"/>
                  </a:lnTo>
                  <a:lnTo>
                    <a:pt x="796243" y="0"/>
                  </a:lnTo>
                  <a:cubicBezTo>
                    <a:pt x="356430" y="0"/>
                    <a:pt x="0" y="356519"/>
                    <a:pt x="0" y="796243"/>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08F032C-B37A-8EFD-86E4-38D79F5DFD41}"/>
                </a:ext>
              </a:extLst>
            </p:cNvPr>
            <p:cNvSpPr/>
            <p:nvPr/>
          </p:nvSpPr>
          <p:spPr>
            <a:xfrm>
              <a:off x="1341430"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8 w 3782287"/>
                <a:gd name="connsiteY3" fmla="*/ 197502 h 1791591"/>
                <a:gd name="connsiteX4" fmla="*/ 3782288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C658F533-8A62-2048-15D0-BA4FC0BDDF97}"/>
                </a:ext>
              </a:extLst>
            </p:cNvPr>
            <p:cNvSpPr/>
            <p:nvPr/>
          </p:nvSpPr>
          <p:spPr>
            <a:xfrm>
              <a:off x="7314677" y="3418280"/>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A3D99B41-0654-87ED-15D3-6445DDB47ADC}"/>
                </a:ext>
              </a:extLst>
            </p:cNvPr>
            <p:cNvSpPr/>
            <p:nvPr/>
          </p:nvSpPr>
          <p:spPr>
            <a:xfrm>
              <a:off x="9305373"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8DDCD88-B06D-7C9C-A757-DE63835D8BE3}"/>
                </a:ext>
              </a:extLst>
            </p:cNvPr>
            <p:cNvSpPr/>
            <p:nvPr/>
          </p:nvSpPr>
          <p:spPr>
            <a:xfrm>
              <a:off x="5323980" y="3418280"/>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EA418C17-142C-B9D7-F5BF-07C8C6B27620}"/>
                </a:ext>
              </a:extLst>
            </p:cNvPr>
            <p:cNvSpPr/>
            <p:nvPr/>
          </p:nvSpPr>
          <p:spPr>
            <a:xfrm>
              <a:off x="6319329" y="1427584"/>
              <a:ext cx="796242" cy="1791591"/>
            </a:xfrm>
            <a:custGeom>
              <a:avLst/>
              <a:gdLst>
                <a:gd name="connsiteX0" fmla="*/ 796242 w 796242"/>
                <a:gd name="connsiteY0" fmla="*/ 1791591 h 1791591"/>
                <a:gd name="connsiteX1" fmla="*/ 796242 w 796242"/>
                <a:gd name="connsiteY1" fmla="*/ 1791591 h 1791591"/>
                <a:gd name="connsiteX2" fmla="*/ 796242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2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grpSp>
      <p:grpSp>
        <p:nvGrpSpPr>
          <p:cNvPr id="11" name="Group 10">
            <a:extLst>
              <a:ext uri="{FF2B5EF4-FFF2-40B4-BE49-F238E27FC236}">
                <a16:creationId xmlns:a16="http://schemas.microsoft.com/office/drawing/2014/main" id="{1E83985D-BA3B-D3E6-5BB6-3B139A84BDA0}"/>
              </a:ext>
            </a:extLst>
          </p:cNvPr>
          <p:cNvGrpSpPr/>
          <p:nvPr userDrawn="1"/>
        </p:nvGrpSpPr>
        <p:grpSpPr>
          <a:xfrm>
            <a:off x="17540750" y="5531412"/>
            <a:ext cx="6843252" cy="2653175"/>
            <a:chOff x="1341430" y="1427584"/>
            <a:chExt cx="9755534" cy="3782287"/>
          </a:xfrm>
        </p:grpSpPr>
        <p:sp>
          <p:nvSpPr>
            <p:cNvPr id="22" name="Freeform: Shape 21">
              <a:extLst>
                <a:ext uri="{FF2B5EF4-FFF2-40B4-BE49-F238E27FC236}">
                  <a16:creationId xmlns:a16="http://schemas.microsoft.com/office/drawing/2014/main" id="{BFD6C281-10B4-BE57-6D71-39CA3370C63D}"/>
                </a:ext>
              </a:extLst>
            </p:cNvPr>
            <p:cNvSpPr/>
            <p:nvPr/>
          </p:nvSpPr>
          <p:spPr>
            <a:xfrm>
              <a:off x="9305373" y="3418280"/>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DEE2FB89-D95B-94B2-E3CA-696952B824E7}"/>
                </a:ext>
              </a:extLst>
            </p:cNvPr>
            <p:cNvSpPr/>
            <p:nvPr/>
          </p:nvSpPr>
          <p:spPr>
            <a:xfrm>
              <a:off x="7314677" y="1427584"/>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39A5A135-BAC2-FF9C-41F2-EC8AB8C43FC6}"/>
                </a:ext>
              </a:extLst>
            </p:cNvPr>
            <p:cNvSpPr/>
            <p:nvPr/>
          </p:nvSpPr>
          <p:spPr>
            <a:xfrm>
              <a:off x="3333284" y="3418280"/>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31C44CC1-CED9-05B0-7835-3C92FBD0818F}"/>
                </a:ext>
              </a:extLst>
            </p:cNvPr>
            <p:cNvSpPr/>
            <p:nvPr/>
          </p:nvSpPr>
          <p:spPr>
            <a:xfrm>
              <a:off x="5323980" y="1427584"/>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5650E76C-0949-4674-7FD5-1D0A9BA5A343}"/>
                </a:ext>
              </a:extLst>
            </p:cNvPr>
            <p:cNvSpPr/>
            <p:nvPr/>
          </p:nvSpPr>
          <p:spPr>
            <a:xfrm>
              <a:off x="1342677" y="3418280"/>
              <a:ext cx="796242" cy="1791591"/>
            </a:xfrm>
            <a:custGeom>
              <a:avLst/>
              <a:gdLst>
                <a:gd name="connsiteX0" fmla="*/ 796243 w 796242"/>
                <a:gd name="connsiteY0" fmla="*/ 1791591 h 1791591"/>
                <a:gd name="connsiteX1" fmla="*/ 796243 w 796242"/>
                <a:gd name="connsiteY1" fmla="*/ 1791591 h 1791591"/>
                <a:gd name="connsiteX2" fmla="*/ 796243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3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3" y="1791591"/>
                  </a:moveTo>
                  <a:lnTo>
                    <a:pt x="796243" y="1791591"/>
                  </a:lnTo>
                  <a:lnTo>
                    <a:pt x="796243" y="796243"/>
                  </a:lnTo>
                  <a:cubicBezTo>
                    <a:pt x="796243" y="356430"/>
                    <a:pt x="439724" y="0"/>
                    <a:pt x="0" y="0"/>
                  </a:cubicBezTo>
                  <a:lnTo>
                    <a:pt x="0" y="0"/>
                  </a:lnTo>
                  <a:lnTo>
                    <a:pt x="0" y="995348"/>
                  </a:lnTo>
                  <a:cubicBezTo>
                    <a:pt x="0" y="1435162"/>
                    <a:pt x="356519" y="1791591"/>
                    <a:pt x="796243" y="1791591"/>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A6646C55-A23E-FAC5-6DDB-1F1284DB8856}"/>
                </a:ext>
              </a:extLst>
            </p:cNvPr>
            <p:cNvSpPr/>
            <p:nvPr/>
          </p:nvSpPr>
          <p:spPr>
            <a:xfrm>
              <a:off x="2337936" y="3418280"/>
              <a:ext cx="796242" cy="1791591"/>
            </a:xfrm>
            <a:custGeom>
              <a:avLst/>
              <a:gdLst>
                <a:gd name="connsiteX0" fmla="*/ 0 w 796242"/>
                <a:gd name="connsiteY0" fmla="*/ 796243 h 1791591"/>
                <a:gd name="connsiteX1" fmla="*/ 0 w 796242"/>
                <a:gd name="connsiteY1" fmla="*/ 1791591 h 1791591"/>
                <a:gd name="connsiteX2" fmla="*/ 0 w 796242"/>
                <a:gd name="connsiteY2" fmla="*/ 1791591 h 1791591"/>
                <a:gd name="connsiteX3" fmla="*/ 796243 w 796242"/>
                <a:gd name="connsiteY3" fmla="*/ 995348 h 1791591"/>
                <a:gd name="connsiteX4" fmla="*/ 796243 w 796242"/>
                <a:gd name="connsiteY4" fmla="*/ 0 h 1791591"/>
                <a:gd name="connsiteX5" fmla="*/ 796243 w 796242"/>
                <a:gd name="connsiteY5" fmla="*/ 0 h 1791591"/>
                <a:gd name="connsiteX6" fmla="*/ 0 w 796242"/>
                <a:gd name="connsiteY6" fmla="*/ 796243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0" y="796243"/>
                  </a:moveTo>
                  <a:lnTo>
                    <a:pt x="0" y="1791591"/>
                  </a:lnTo>
                  <a:lnTo>
                    <a:pt x="0" y="1791591"/>
                  </a:lnTo>
                  <a:cubicBezTo>
                    <a:pt x="439813" y="1791591"/>
                    <a:pt x="796243" y="1435072"/>
                    <a:pt x="796243" y="995348"/>
                  </a:cubicBezTo>
                  <a:lnTo>
                    <a:pt x="796243" y="0"/>
                  </a:lnTo>
                  <a:lnTo>
                    <a:pt x="796243" y="0"/>
                  </a:lnTo>
                  <a:cubicBezTo>
                    <a:pt x="356430" y="0"/>
                    <a:pt x="0" y="356519"/>
                    <a:pt x="0" y="796243"/>
                  </a:cubicBezTo>
                  <a:close/>
                </a:path>
              </a:pathLst>
            </a:custGeom>
            <a:gradFill>
              <a:gsLst>
                <a:gs pos="0">
                  <a:srgbClr val="2B7C62">
                    <a:alpha val="49804"/>
                  </a:srgbClr>
                </a:gs>
                <a:gs pos="50000">
                  <a:srgbClr val="2B7C62">
                    <a:alpha val="74902"/>
                  </a:srgbClr>
                </a:gs>
                <a:gs pos="100000">
                  <a:srgbClr val="2B7C62"/>
                </a:gs>
              </a:gsLst>
              <a:lin ang="16200000" scaled="1"/>
            </a:gradFill>
            <a:ln w="8907"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E837E6AD-E0DC-8598-F9E8-738E8CF8DD78}"/>
                </a:ext>
              </a:extLst>
            </p:cNvPr>
            <p:cNvSpPr/>
            <p:nvPr/>
          </p:nvSpPr>
          <p:spPr>
            <a:xfrm>
              <a:off x="1341430" y="1427584"/>
              <a:ext cx="3782287" cy="1791591"/>
            </a:xfrm>
            <a:custGeom>
              <a:avLst/>
              <a:gdLst>
                <a:gd name="connsiteX0" fmla="*/ 0 w 3782287"/>
                <a:gd name="connsiteY0" fmla="*/ 1594090 h 1791591"/>
                <a:gd name="connsiteX1" fmla="*/ 0 w 3782287"/>
                <a:gd name="connsiteY1" fmla="*/ 1791591 h 1791591"/>
                <a:gd name="connsiteX2" fmla="*/ 2188198 w 3782287"/>
                <a:gd name="connsiteY2" fmla="*/ 1791591 h 1791591"/>
                <a:gd name="connsiteX3" fmla="*/ 3782288 w 3782287"/>
                <a:gd name="connsiteY3" fmla="*/ 197502 h 1791591"/>
                <a:gd name="connsiteX4" fmla="*/ 3782288 w 3782287"/>
                <a:gd name="connsiteY4" fmla="*/ 0 h 1791591"/>
                <a:gd name="connsiteX5" fmla="*/ 1594089 w 3782287"/>
                <a:gd name="connsiteY5" fmla="*/ 0 h 1791591"/>
                <a:gd name="connsiteX6" fmla="*/ 0 w 3782287"/>
                <a:gd name="connsiteY6" fmla="*/ 1594090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82287" h="1791591">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3306960C-353D-C380-DF25-19304386D841}"/>
                </a:ext>
              </a:extLst>
            </p:cNvPr>
            <p:cNvSpPr/>
            <p:nvPr/>
          </p:nvSpPr>
          <p:spPr>
            <a:xfrm>
              <a:off x="7314677" y="3418280"/>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39B71182-E9C2-93BB-F9E1-2343E93DC739}"/>
                </a:ext>
              </a:extLst>
            </p:cNvPr>
            <p:cNvSpPr/>
            <p:nvPr/>
          </p:nvSpPr>
          <p:spPr>
            <a:xfrm>
              <a:off x="9305373" y="1427584"/>
              <a:ext cx="1791591" cy="1791591"/>
            </a:xfrm>
            <a:custGeom>
              <a:avLst/>
              <a:gdLst>
                <a:gd name="connsiteX0" fmla="*/ 0 w 1791591"/>
                <a:gd name="connsiteY0" fmla="*/ 1791591 h 1791591"/>
                <a:gd name="connsiteX1" fmla="*/ 0 w 1791591"/>
                <a:gd name="connsiteY1" fmla="*/ 1791591 h 1791591"/>
                <a:gd name="connsiteX2" fmla="*/ 0 w 1791591"/>
                <a:gd name="connsiteY2" fmla="*/ 1791591 h 1791591"/>
                <a:gd name="connsiteX3" fmla="*/ 1791591 w 1791591"/>
                <a:gd name="connsiteY3" fmla="*/ 0 h 1791591"/>
                <a:gd name="connsiteX4" fmla="*/ 1791591 w 1791591"/>
                <a:gd name="connsiteY4" fmla="*/ 0 h 1791591"/>
                <a:gd name="connsiteX5" fmla="*/ 1791591 w 1791591"/>
                <a:gd name="connsiteY5" fmla="*/ 0 h 1791591"/>
                <a:gd name="connsiteX6" fmla="*/ 0 w 1791591"/>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1591" h="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7CFD4B9A-A274-1C35-FAFA-7C540EE13A95}"/>
                </a:ext>
              </a:extLst>
            </p:cNvPr>
            <p:cNvSpPr/>
            <p:nvPr/>
          </p:nvSpPr>
          <p:spPr>
            <a:xfrm>
              <a:off x="5323980" y="3418280"/>
              <a:ext cx="1791591" cy="1791591"/>
            </a:xfrm>
            <a:custGeom>
              <a:avLst/>
              <a:gdLst>
                <a:gd name="connsiteX0" fmla="*/ 1791591 w 1791591"/>
                <a:gd name="connsiteY0" fmla="*/ 1791591 h 1791591"/>
                <a:gd name="connsiteX1" fmla="*/ 1791591 w 1791591"/>
                <a:gd name="connsiteY1" fmla="*/ 1791591 h 1791591"/>
                <a:gd name="connsiteX2" fmla="*/ 0 w 1791591"/>
                <a:gd name="connsiteY2" fmla="*/ 0 h 1791591"/>
                <a:gd name="connsiteX3" fmla="*/ 0 w 1791591"/>
                <a:gd name="connsiteY3" fmla="*/ 0 h 1791591"/>
                <a:gd name="connsiteX4" fmla="*/ 1791591 w 1791591"/>
                <a:gd name="connsiteY4" fmla="*/ 1791591 h 1791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91591" h="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4813550C-54FD-6CBB-35A7-86D3B1FCC5B7}"/>
                </a:ext>
              </a:extLst>
            </p:cNvPr>
            <p:cNvSpPr/>
            <p:nvPr/>
          </p:nvSpPr>
          <p:spPr>
            <a:xfrm>
              <a:off x="6319329" y="1427584"/>
              <a:ext cx="796242" cy="1791591"/>
            </a:xfrm>
            <a:custGeom>
              <a:avLst/>
              <a:gdLst>
                <a:gd name="connsiteX0" fmla="*/ 796242 w 796242"/>
                <a:gd name="connsiteY0" fmla="*/ 1791591 h 1791591"/>
                <a:gd name="connsiteX1" fmla="*/ 796242 w 796242"/>
                <a:gd name="connsiteY1" fmla="*/ 1791591 h 1791591"/>
                <a:gd name="connsiteX2" fmla="*/ 796242 w 796242"/>
                <a:gd name="connsiteY2" fmla="*/ 796243 h 1791591"/>
                <a:gd name="connsiteX3" fmla="*/ 0 w 796242"/>
                <a:gd name="connsiteY3" fmla="*/ 0 h 1791591"/>
                <a:gd name="connsiteX4" fmla="*/ 0 w 796242"/>
                <a:gd name="connsiteY4" fmla="*/ 0 h 1791591"/>
                <a:gd name="connsiteX5" fmla="*/ 0 w 796242"/>
                <a:gd name="connsiteY5" fmla="*/ 995348 h 1791591"/>
                <a:gd name="connsiteX6" fmla="*/ 796242 w 796242"/>
                <a:gd name="connsiteY6" fmla="*/ 1791591 h 1791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6242" h="1791591">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4"/>
                  </a:srgbClr>
                </a:gs>
                <a:gs pos="50000">
                  <a:srgbClr val="0B4D8A">
                    <a:alpha val="74902"/>
                  </a:srgbClr>
                </a:gs>
                <a:gs pos="100000">
                  <a:srgbClr val="0B4D8A"/>
                </a:gs>
              </a:gsLst>
              <a:lin ang="16200000" scaled="1"/>
            </a:gradFill>
            <a:ln w="8907" cap="flat">
              <a:noFill/>
              <a:prstDash val="solid"/>
              <a:miter/>
            </a:ln>
          </p:spPr>
          <p:txBody>
            <a:bodyPr rtlCol="0" anchor="ctr"/>
            <a:lstStyle/>
            <a:p>
              <a:endParaRPr lang="en-US"/>
            </a:p>
          </p:txBody>
        </p:sp>
      </p:grpSp>
      <p:sp>
        <p:nvSpPr>
          <p:cNvPr id="6" name="Rectangle: Diagonal Corners Rounded 5">
            <a:extLst>
              <a:ext uri="{FF2B5EF4-FFF2-40B4-BE49-F238E27FC236}">
                <a16:creationId xmlns:a16="http://schemas.microsoft.com/office/drawing/2014/main" id="{E75831F1-2662-3A1F-3694-61BC5BBFF79E}"/>
              </a:ext>
            </a:extLst>
          </p:cNvPr>
          <p:cNvSpPr/>
          <p:nvPr userDrawn="1"/>
        </p:nvSpPr>
        <p:spPr>
          <a:xfrm>
            <a:off x="273503" y="13071550"/>
            <a:ext cx="1449453" cy="409020"/>
          </a:xfrm>
          <a:prstGeom prst="round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000">
                <a:solidFill>
                  <a:schemeClr val="bg2"/>
                </a:solidFill>
              </a:rPr>
              <a:t>Internal</a:t>
            </a:r>
          </a:p>
        </p:txBody>
      </p:sp>
    </p:spTree>
    <p:extLst>
      <p:ext uri="{BB962C8B-B14F-4D97-AF65-F5344CB8AC3E}">
        <p14:creationId xmlns:p14="http://schemas.microsoft.com/office/powerpoint/2010/main" val="1713699927"/>
      </p:ext>
    </p:extLst>
  </p:cSld>
  <p:clrMapOvr>
    <a:masterClrMapping/>
  </p:clrMapOvr>
  <mc:AlternateContent xmlns:mc="http://schemas.openxmlformats.org/markup-compatibility/2006" xmlns:p14="http://schemas.microsoft.com/office/powerpoint/2010/main">
    <mc:Choice Requires="p14">
      <p:transition spd="slow" p14:dur="1250" advTm="2000">
        <p14:switch dir="r"/>
      </p:transition>
    </mc:Choice>
    <mc:Fallback xmlns="">
      <p:transition spd="slow" advTm="2000">
        <p:fade/>
      </p:transition>
    </mc:Fallback>
  </mc:AlternateContent>
  <p:extLst>
    <p:ext uri="{DCECCB84-F9BA-43D5-87BE-67443E8EF086}">
      <p15:sldGuideLst xmlns:p15="http://schemas.microsoft.com/office/powerpoint/2012/main">
        <p15:guide id="1" orient="horz" pos="3240">
          <p15:clr>
            <a:srgbClr val="FBAE40"/>
          </p15:clr>
        </p15:guide>
        <p15:guide id="2" pos="81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EE1ADD51-B967-A6F1-779E-B7FD50A4BFE0}"/>
              </a:ext>
            </a:extLst>
          </p:cNvPr>
          <p:cNvGraphicFramePr>
            <a:graphicFrameLocks noChangeAspect="1"/>
          </p:cNvGraphicFramePr>
          <p:nvPr userDrawn="1">
            <p:custDataLst>
              <p:tags r:id="rId8"/>
            </p:custDataLst>
            <p:extLst>
              <p:ext uri="{D42A27DB-BD31-4B8C-83A1-F6EECF244321}">
                <p14:modId xmlns:p14="http://schemas.microsoft.com/office/powerpoint/2010/main" val="406174076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3" progId="TCLayout.ActiveDocument.1">
                  <p:embed/>
                </p:oleObj>
              </mc:Choice>
              <mc:Fallback>
                <p:oleObj name="think-cell Slide" r:id="rId9" imgW="473" imgH="473" progId="TCLayout.ActiveDocument.1">
                  <p:embed/>
                  <p:pic>
                    <p:nvPicPr>
                      <p:cNvPr id="11" name="think-cell data - do not delete" hidden="1">
                        <a:extLst>
                          <a:ext uri="{FF2B5EF4-FFF2-40B4-BE49-F238E27FC236}">
                            <a16:creationId xmlns:a16="http://schemas.microsoft.com/office/drawing/2014/main" id="{EE1ADD51-B967-A6F1-779E-B7FD50A4BFE0}"/>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pic>
        <p:nvPicPr>
          <p:cNvPr id="16" name="Picture 15" hidden="1">
            <a:extLst>
              <a:ext uri="{FF2B5EF4-FFF2-40B4-BE49-F238E27FC236}">
                <a16:creationId xmlns:a16="http://schemas.microsoft.com/office/drawing/2014/main" id="{E2E1A156-28AA-304E-AC5C-BA70307DACBB}"/>
              </a:ext>
            </a:extLst>
          </p:cNvPr>
          <p:cNvPicPr>
            <a:picLocks noChangeAspect="1"/>
          </p:cNvPicPr>
          <p:nvPr userDrawn="1"/>
        </p:nvPicPr>
        <p:blipFill>
          <a:blip r:embed="rId11"/>
          <a:stretch>
            <a:fillRect/>
          </a:stretch>
        </p:blipFill>
        <p:spPr>
          <a:xfrm>
            <a:off x="0" y="0"/>
            <a:ext cx="24384000" cy="13716000"/>
          </a:xfrm>
          <a:prstGeom prst="rect">
            <a:avLst/>
          </a:prstGeom>
        </p:spPr>
      </p:pic>
      <p:sp>
        <p:nvSpPr>
          <p:cNvPr id="2" name="Image 22" descr="preencoded.png">
            <a:extLst>
              <a:ext uri="{FF2B5EF4-FFF2-40B4-BE49-F238E27FC236}">
                <a16:creationId xmlns:a16="http://schemas.microsoft.com/office/drawing/2014/main" id="{12694794-ADE7-45F9-14A0-D52581A0B86F}"/>
              </a:ext>
            </a:extLst>
          </p:cNvPr>
          <p:cNvSpPr/>
          <p:nvPr userDrawn="1"/>
        </p:nvSpPr>
        <p:spPr>
          <a:xfrm>
            <a:off x="19348299" y="-788579"/>
            <a:ext cx="2468880" cy="640080"/>
          </a:xfrm>
          <a:prstGeom prst="rect">
            <a:avLst/>
          </a:prstGeom>
          <a:solidFill>
            <a:srgbClr val="FFFFFF"/>
          </a:solidFill>
          <a:ln w="10583" cap="flat">
            <a:solidFill>
              <a:srgbClr val="E4F0FC"/>
            </a:solidFill>
            <a:prstDash val="solid"/>
            <a:miter/>
          </a:ln>
        </p:spPr>
        <p:txBody>
          <a:bodyPr lIns="182880" rIns="0" rtlCol="0" anchor="ctr"/>
          <a:lstStyle/>
          <a:p>
            <a:pPr algn="l" rtl="0">
              <a:lnSpc>
                <a:spcPct val="150000"/>
              </a:lnSpc>
            </a:pPr>
            <a:r>
              <a:rPr lang="en-US" sz="2000" b="0" i="0">
                <a:solidFill>
                  <a:srgbClr val="0B4D89"/>
                </a:solidFill>
                <a:effectLst/>
                <a:latin typeface="Bahij TheSansArabic Plain" panose="02040503050201020203" pitchFamily="18" charset="-78"/>
                <a:cs typeface="Bahij TheSansArabic Plain" panose="02040503050201020203" pitchFamily="18" charset="-78"/>
              </a:rPr>
              <a:t>FFFFFF </a:t>
            </a:r>
          </a:p>
        </p:txBody>
      </p:sp>
      <p:sp>
        <p:nvSpPr>
          <p:cNvPr id="3" name="Image 23" descr="preencoded.png">
            <a:extLst>
              <a:ext uri="{FF2B5EF4-FFF2-40B4-BE49-F238E27FC236}">
                <a16:creationId xmlns:a16="http://schemas.microsoft.com/office/drawing/2014/main" id="{3A2D500A-4E71-E01F-6436-C88D33B6494A}"/>
              </a:ext>
            </a:extLst>
          </p:cNvPr>
          <p:cNvSpPr/>
          <p:nvPr userDrawn="1"/>
        </p:nvSpPr>
        <p:spPr>
          <a:xfrm>
            <a:off x="2764043" y="-788579"/>
            <a:ext cx="2468880" cy="640080"/>
          </a:xfrm>
          <a:prstGeom prst="rect">
            <a:avLst/>
          </a:prstGeom>
          <a:solidFill>
            <a:srgbClr val="0B4D89"/>
          </a:solidFill>
          <a:ln w="10525" cap="flat">
            <a:noFill/>
            <a:prstDash val="solid"/>
            <a:miter/>
          </a:ln>
        </p:spPr>
        <p:txBody>
          <a:bodyPr lIns="182880" rIns="0" rtlCol="0" anchor="ctr"/>
          <a:lstStyle/>
          <a:p>
            <a:pPr algn="l" rtl="0">
              <a:lnSpc>
                <a:spcPct val="150000"/>
              </a:lnSpc>
            </a:pPr>
            <a:r>
              <a:rPr lang="en-US" sz="2000" b="0" i="0">
                <a:solidFill>
                  <a:schemeClr val="bg1"/>
                </a:solidFill>
                <a:effectLst/>
                <a:latin typeface="Bahij TheSansArabic Plain" panose="02040503050201020203" pitchFamily="18" charset="-78"/>
                <a:cs typeface="Bahij TheSansArabic Plain" panose="02040503050201020203" pitchFamily="18" charset="-78"/>
              </a:rPr>
              <a:t>0B4D89 </a:t>
            </a:r>
          </a:p>
        </p:txBody>
      </p:sp>
      <p:sp>
        <p:nvSpPr>
          <p:cNvPr id="4" name="Image 24" descr="preencoded.png">
            <a:extLst>
              <a:ext uri="{FF2B5EF4-FFF2-40B4-BE49-F238E27FC236}">
                <a16:creationId xmlns:a16="http://schemas.microsoft.com/office/drawing/2014/main" id="{AD502E77-7270-116C-1890-C54F954ED47A}"/>
              </a:ext>
            </a:extLst>
          </p:cNvPr>
          <p:cNvSpPr/>
          <p:nvPr userDrawn="1"/>
        </p:nvSpPr>
        <p:spPr>
          <a:xfrm>
            <a:off x="13820211" y="-788579"/>
            <a:ext cx="2468880" cy="640080"/>
          </a:xfrm>
          <a:prstGeom prst="rect">
            <a:avLst/>
          </a:prstGeom>
          <a:solidFill>
            <a:srgbClr val="339BD6"/>
          </a:solidFill>
          <a:ln w="10525" cap="flat">
            <a:noFill/>
            <a:prstDash val="solid"/>
            <a:miter/>
          </a:ln>
        </p:spPr>
        <p:txBody>
          <a:bodyPr lIns="182880" rIns="0" rtlCol="0" anchor="ctr"/>
          <a:lstStyle/>
          <a:p>
            <a:pPr algn="l" rtl="0">
              <a:lnSpc>
                <a:spcPct val="150000"/>
              </a:lnSpc>
            </a:pPr>
            <a:r>
              <a:rPr lang="en-US" sz="2000">
                <a:solidFill>
                  <a:schemeClr val="bg1"/>
                </a:solidFill>
                <a:latin typeface="Bahij TheSansArabic Plain" panose="02040503050201020203" pitchFamily="18" charset="-78"/>
                <a:cs typeface="Bahij TheSansArabic Plain" panose="02040503050201020203" pitchFamily="18" charset="-78"/>
              </a:rPr>
              <a:t>339BD6 </a:t>
            </a:r>
          </a:p>
        </p:txBody>
      </p:sp>
      <p:sp>
        <p:nvSpPr>
          <p:cNvPr id="5" name="Image 25" descr="preencoded.png">
            <a:extLst>
              <a:ext uri="{FF2B5EF4-FFF2-40B4-BE49-F238E27FC236}">
                <a16:creationId xmlns:a16="http://schemas.microsoft.com/office/drawing/2014/main" id="{21CD7369-560D-777F-245E-E1EFE4F52381}"/>
              </a:ext>
            </a:extLst>
          </p:cNvPr>
          <p:cNvSpPr/>
          <p:nvPr userDrawn="1"/>
        </p:nvSpPr>
        <p:spPr>
          <a:xfrm>
            <a:off x="5528086" y="-788579"/>
            <a:ext cx="2468880" cy="640080"/>
          </a:xfrm>
          <a:prstGeom prst="rect">
            <a:avLst/>
          </a:prstGeom>
          <a:solidFill>
            <a:srgbClr val="2A7C62"/>
          </a:solidFill>
          <a:ln w="10525" cap="flat">
            <a:noFill/>
            <a:prstDash val="solid"/>
            <a:miter/>
          </a:ln>
        </p:spPr>
        <p:txBody>
          <a:bodyPr lIns="182880" rIns="0" rtlCol="0" anchor="ctr"/>
          <a:lstStyle/>
          <a:p>
            <a:pPr algn="l" rtl="0">
              <a:lnSpc>
                <a:spcPct val="150000"/>
              </a:lnSpc>
            </a:pPr>
            <a:r>
              <a:rPr lang="en-US" sz="2000" b="0" i="0">
                <a:solidFill>
                  <a:schemeClr val="bg1"/>
                </a:solidFill>
                <a:effectLst/>
                <a:latin typeface="Bahij TheSansArabic Plain" panose="02040503050201020203" pitchFamily="18" charset="-78"/>
                <a:cs typeface="Bahij TheSansArabic Plain" panose="02040503050201020203" pitchFamily="18" charset="-78"/>
              </a:rPr>
              <a:t>2A7C62 </a:t>
            </a:r>
          </a:p>
        </p:txBody>
      </p:sp>
      <p:sp>
        <p:nvSpPr>
          <p:cNvPr id="6" name="Image 26" descr="preencoded.png">
            <a:extLst>
              <a:ext uri="{FF2B5EF4-FFF2-40B4-BE49-F238E27FC236}">
                <a16:creationId xmlns:a16="http://schemas.microsoft.com/office/drawing/2014/main" id="{FA20134A-C4D8-6308-EDB2-541FBF4532B3}"/>
              </a:ext>
            </a:extLst>
          </p:cNvPr>
          <p:cNvSpPr/>
          <p:nvPr userDrawn="1"/>
        </p:nvSpPr>
        <p:spPr>
          <a:xfrm>
            <a:off x="8292129" y="-788579"/>
            <a:ext cx="2468880" cy="640080"/>
          </a:xfrm>
          <a:prstGeom prst="rect">
            <a:avLst/>
          </a:prstGeom>
          <a:solidFill>
            <a:srgbClr val="A4D5AD"/>
          </a:solidFill>
          <a:ln w="10583" cap="flat">
            <a:noFill/>
            <a:prstDash val="solid"/>
            <a:miter/>
          </a:ln>
        </p:spPr>
        <p:txBody>
          <a:bodyPr lIns="182880" rIns="0" rtlCol="0" anchor="ctr"/>
          <a:lstStyle/>
          <a:p>
            <a:pPr algn="l" rtl="0">
              <a:lnSpc>
                <a:spcPct val="150000"/>
              </a:lnSpc>
            </a:pPr>
            <a:r>
              <a:rPr lang="en-US" sz="2000">
                <a:solidFill>
                  <a:srgbClr val="0B4D89"/>
                </a:solidFill>
                <a:latin typeface="Bahij TheSansArabic Plain" panose="02040503050201020203" pitchFamily="18" charset="-78"/>
                <a:cs typeface="Bahij TheSansArabic Plain" panose="02040503050201020203" pitchFamily="18" charset="-78"/>
              </a:rPr>
              <a:t>A4D5AD </a:t>
            </a:r>
          </a:p>
        </p:txBody>
      </p:sp>
      <p:sp>
        <p:nvSpPr>
          <p:cNvPr id="7" name="Image 24" descr="preencoded.png">
            <a:extLst>
              <a:ext uri="{FF2B5EF4-FFF2-40B4-BE49-F238E27FC236}">
                <a16:creationId xmlns:a16="http://schemas.microsoft.com/office/drawing/2014/main" id="{516868B4-682D-D695-2175-1981FED35475}"/>
              </a:ext>
            </a:extLst>
          </p:cNvPr>
          <p:cNvSpPr/>
          <p:nvPr userDrawn="1"/>
        </p:nvSpPr>
        <p:spPr>
          <a:xfrm>
            <a:off x="16584254" y="-788579"/>
            <a:ext cx="2468880" cy="640080"/>
          </a:xfrm>
          <a:prstGeom prst="rect">
            <a:avLst/>
          </a:prstGeom>
          <a:solidFill>
            <a:srgbClr val="79BDE3"/>
          </a:solidFill>
          <a:ln w="10525" cap="flat">
            <a:noFill/>
            <a:prstDash val="solid"/>
            <a:miter/>
          </a:ln>
        </p:spPr>
        <p:txBody>
          <a:bodyPr lIns="182880" rIns="0" rtlCol="0" anchor="ctr"/>
          <a:lstStyle/>
          <a:p>
            <a:pPr algn="l" rtl="0">
              <a:lnSpc>
                <a:spcPct val="150000"/>
              </a:lnSpc>
            </a:pPr>
            <a:r>
              <a:rPr lang="en-US" sz="2000">
                <a:solidFill>
                  <a:schemeClr val="bg1"/>
                </a:solidFill>
                <a:latin typeface="Bahij TheSansArabic Plain" panose="02040503050201020203" pitchFamily="18" charset="-78"/>
                <a:cs typeface="Bahij TheSansArabic Plain" panose="02040503050201020203" pitchFamily="18" charset="-78"/>
              </a:rPr>
              <a:t>79BDE3</a:t>
            </a:r>
          </a:p>
        </p:txBody>
      </p:sp>
      <p:sp>
        <p:nvSpPr>
          <p:cNvPr id="9" name="Image 23" descr="preencoded.png">
            <a:extLst>
              <a:ext uri="{FF2B5EF4-FFF2-40B4-BE49-F238E27FC236}">
                <a16:creationId xmlns:a16="http://schemas.microsoft.com/office/drawing/2014/main" id="{EF4947E0-DDAB-8053-0C9B-6C2AB57FB194}"/>
              </a:ext>
            </a:extLst>
          </p:cNvPr>
          <p:cNvSpPr/>
          <p:nvPr userDrawn="1"/>
        </p:nvSpPr>
        <p:spPr>
          <a:xfrm>
            <a:off x="0" y="-788579"/>
            <a:ext cx="2468880" cy="640080"/>
          </a:xfrm>
          <a:prstGeom prst="rect">
            <a:avLst/>
          </a:prstGeom>
          <a:solidFill>
            <a:schemeClr val="tx1"/>
          </a:solidFill>
          <a:ln w="10525" cap="flat">
            <a:noFill/>
            <a:prstDash val="solid"/>
            <a:miter/>
          </a:ln>
        </p:spPr>
        <p:txBody>
          <a:bodyPr lIns="182880" rIns="0" rtlCol="0" anchor="ctr"/>
          <a:lstStyle/>
          <a:p>
            <a:pPr algn="l" rtl="0">
              <a:lnSpc>
                <a:spcPct val="150000"/>
              </a:lnSpc>
            </a:pPr>
            <a:r>
              <a:rPr lang="en-US" sz="2000" b="0" i="0">
                <a:solidFill>
                  <a:schemeClr val="bg1"/>
                </a:solidFill>
                <a:effectLst/>
                <a:latin typeface="Bahij TheSansArabic Plain" panose="02040503050201020203" pitchFamily="18" charset="-78"/>
                <a:cs typeface="Bahij TheSansArabic Plain" panose="02040503050201020203" pitchFamily="18" charset="-78"/>
              </a:rPr>
              <a:t>08305C </a:t>
            </a:r>
          </a:p>
        </p:txBody>
      </p:sp>
      <p:sp>
        <p:nvSpPr>
          <p:cNvPr id="8" name="Image 24" descr="preencoded.png">
            <a:extLst>
              <a:ext uri="{FF2B5EF4-FFF2-40B4-BE49-F238E27FC236}">
                <a16:creationId xmlns:a16="http://schemas.microsoft.com/office/drawing/2014/main" id="{B69E12F9-0EF6-4896-520A-5F6E7EC66B05}"/>
              </a:ext>
            </a:extLst>
          </p:cNvPr>
          <p:cNvSpPr/>
          <p:nvPr userDrawn="1"/>
        </p:nvSpPr>
        <p:spPr>
          <a:xfrm>
            <a:off x="16584254" y="-788579"/>
            <a:ext cx="2468880" cy="640080"/>
          </a:xfrm>
          <a:prstGeom prst="rect">
            <a:avLst/>
          </a:prstGeom>
          <a:solidFill>
            <a:schemeClr val="accent6"/>
          </a:solidFill>
          <a:ln w="10525" cap="flat">
            <a:noFill/>
            <a:prstDash val="solid"/>
            <a:miter/>
          </a:ln>
        </p:spPr>
        <p:txBody>
          <a:bodyPr lIns="182880" rIns="0" rtlCol="0" anchor="ctr"/>
          <a:lstStyle/>
          <a:p>
            <a:pPr algn="l">
              <a:lnSpc>
                <a:spcPct val="150000"/>
              </a:lnSpc>
            </a:pPr>
            <a:r>
              <a:rPr lang="en-US" sz="2000">
                <a:solidFill>
                  <a:schemeClr val="accent1"/>
                </a:solidFill>
                <a:latin typeface="Bahij TheSansArabic Plain" panose="02040503050201020203" pitchFamily="18" charset="-78"/>
                <a:cs typeface="Bahij TheSansArabic Plain" panose="02040503050201020203" pitchFamily="18" charset="-78"/>
              </a:rPr>
              <a:t>EBF5FB</a:t>
            </a:r>
          </a:p>
        </p:txBody>
      </p:sp>
      <p:sp>
        <p:nvSpPr>
          <p:cNvPr id="10" name="Image 26" descr="preencoded.png">
            <a:extLst>
              <a:ext uri="{FF2B5EF4-FFF2-40B4-BE49-F238E27FC236}">
                <a16:creationId xmlns:a16="http://schemas.microsoft.com/office/drawing/2014/main" id="{0E99E7D4-9F45-8C25-97C8-F8DAAE2C2BC0}"/>
              </a:ext>
            </a:extLst>
          </p:cNvPr>
          <p:cNvSpPr/>
          <p:nvPr userDrawn="1"/>
        </p:nvSpPr>
        <p:spPr>
          <a:xfrm>
            <a:off x="11056170" y="-788579"/>
            <a:ext cx="2468880" cy="640080"/>
          </a:xfrm>
          <a:prstGeom prst="rect">
            <a:avLst/>
          </a:prstGeom>
          <a:solidFill>
            <a:schemeClr val="accent5"/>
          </a:solidFill>
          <a:ln w="10583" cap="flat">
            <a:noFill/>
            <a:prstDash val="solid"/>
            <a:miter/>
          </a:ln>
        </p:spPr>
        <p:txBody>
          <a:bodyPr lIns="182880" rIns="0" rtlCol="0" anchor="ctr"/>
          <a:lstStyle/>
          <a:p>
            <a:pPr lvl="0" algn="l">
              <a:lnSpc>
                <a:spcPct val="150000"/>
              </a:lnSpc>
            </a:pPr>
            <a:r>
              <a:rPr lang="en-US" sz="2000">
                <a:solidFill>
                  <a:srgbClr val="0B4D89"/>
                </a:solidFill>
                <a:latin typeface="Bahij TheSansArabic Plain" panose="02040503050201020203" pitchFamily="18" charset="-78"/>
                <a:cs typeface="Bahij TheSansArabic Plain" panose="02040503050201020203" pitchFamily="18" charset="-78"/>
              </a:rPr>
              <a:t>E4F2E6</a:t>
            </a:r>
          </a:p>
        </p:txBody>
      </p:sp>
      <p:sp>
        <p:nvSpPr>
          <p:cNvPr id="15" name="TextBox 14">
            <a:extLst>
              <a:ext uri="{FF2B5EF4-FFF2-40B4-BE49-F238E27FC236}">
                <a16:creationId xmlns:a16="http://schemas.microsoft.com/office/drawing/2014/main" id="{EA4A8E3A-8B66-25DF-106A-1816892F144B}"/>
              </a:ext>
            </a:extLst>
          </p:cNvPr>
          <p:cNvSpPr txBox="1"/>
          <p:nvPr userDrawn="1">
            <p:extLst>
              <p:ext uri="{1162E1C5-73C7-4A58-AE30-91384D911F3F}">
                <p184:classification xmlns:p184="http://schemas.microsoft.com/office/powerpoint/2018/4/main" val="hdr"/>
              </p:ext>
            </p:extLst>
          </p:nvPr>
        </p:nvSpPr>
        <p:spPr>
          <a:xfrm>
            <a:off x="11444288" y="63500"/>
            <a:ext cx="1546288" cy="152400"/>
          </a:xfrm>
          <a:prstGeom prst="rect">
            <a:avLst/>
          </a:prstGeom>
        </p:spPr>
        <p:txBody>
          <a:bodyPr horzOverflow="overflow" lIns="0" tIns="0" rIns="0" bIns="0">
            <a:spAutoFit/>
          </a:bodyPr>
          <a:lstStyle/>
          <a:p>
            <a:pPr algn="l"/>
            <a:r>
              <a:rPr lang="en-US" sz="1000">
                <a:solidFill>
                  <a:srgbClr val="FF0000">
                    <a:alpha val="50000"/>
                  </a:srgbClr>
                </a:solidFill>
                <a:latin typeface="Aptos" panose="020B0004020202020204" pitchFamily="34" charset="0"/>
              </a:rPr>
              <a:t>Classification: Confidential </a:t>
            </a:r>
          </a:p>
        </p:txBody>
      </p:sp>
      <p:sp>
        <p:nvSpPr>
          <p:cNvPr id="17" name="TextBox 16">
            <a:extLst>
              <a:ext uri="{FF2B5EF4-FFF2-40B4-BE49-F238E27FC236}">
                <a16:creationId xmlns:a16="http://schemas.microsoft.com/office/drawing/2014/main" id="{A64AA4CC-62EF-2575-F906-28D0E98286FA}"/>
              </a:ext>
            </a:extLst>
          </p:cNvPr>
          <p:cNvSpPr txBox="1"/>
          <p:nvPr userDrawn="1">
            <p:extLst>
              <p:ext uri="{1162E1C5-73C7-4A58-AE30-91384D911F3F}">
                <p184:classification xmlns:p184="http://schemas.microsoft.com/office/powerpoint/2018/4/main" val="watermark"/>
              </p:ext>
            </p:extLst>
          </p:nvPr>
        </p:nvSpPr>
        <p:spPr>
          <a:xfrm rot="-1800000">
            <a:off x="10498138" y="6477000"/>
            <a:ext cx="3644963" cy="762000"/>
          </a:xfrm>
          <a:prstGeom prst="rect">
            <a:avLst/>
          </a:prstGeom>
        </p:spPr>
        <p:txBody>
          <a:bodyPr horzOverflow="overflow" lIns="0" tIns="0" rIns="0" bIns="0">
            <a:spAutoFit/>
          </a:bodyPr>
          <a:lstStyle/>
          <a:p>
            <a:pPr algn="l"/>
            <a:r>
              <a:rPr lang="en-US" sz="5000">
                <a:solidFill>
                  <a:srgbClr val="FF0000">
                    <a:alpha val="50000"/>
                  </a:srgbClr>
                </a:solidFill>
                <a:latin typeface="Aptos" panose="020B0004020202020204" pitchFamily="34" charset="0"/>
              </a:rPr>
              <a:t>Confidential </a:t>
            </a:r>
          </a:p>
        </p:txBody>
      </p:sp>
    </p:spTree>
    <p:extLst>
      <p:ext uri="{BB962C8B-B14F-4D97-AF65-F5344CB8AC3E}">
        <p14:creationId xmlns:p14="http://schemas.microsoft.com/office/powerpoint/2010/main" val="324238388"/>
      </p:ext>
    </p:extLst>
  </p:cSld>
  <p:clrMap bg1="lt1" tx1="dk1" bg2="lt2" tx2="dk2" accent1="accent1" accent2="accent2" accent3="accent3" accent4="accent4" accent5="accent5" accent6="accent6" hlink="hlink" folHlink="folHlink"/>
  <p:sldLayoutIdLst>
    <p:sldLayoutId id="2147483758" r:id="rId1"/>
    <p:sldLayoutId id="2147483777" r:id="rId2"/>
    <p:sldLayoutId id="2147483761" r:id="rId3"/>
    <p:sldLayoutId id="2147483778" r:id="rId4"/>
    <p:sldLayoutId id="2147483781" r:id="rId5"/>
    <p:sldLayoutId id="2147483785" r:id="rId6"/>
  </p:sldLayoutIdLst>
  <mc:AlternateContent xmlns:mc="http://schemas.openxmlformats.org/markup-compatibility/2006" xmlns:p14="http://schemas.microsoft.com/office/powerpoint/2010/main">
    <mc:Choice Requires="p14">
      <p:transition p14:dur="10"/>
    </mc:Choice>
    <mc:Fallback xmlns="">
      <p:transition/>
    </mc:Fallback>
  </mc:AlternateContent>
  <p:hf hdr="0" ftr="0" dt="0"/>
  <p:txStyles>
    <p:titleStyle>
      <a:lvl1pPr algn="l" defTabSz="1828800" rtl="0" eaLnBrk="1" latinLnBrk="0" hangingPunct="1">
        <a:lnSpc>
          <a:spcPct val="90000"/>
        </a:lnSpc>
        <a:spcBef>
          <a:spcPct val="0"/>
        </a:spcBef>
        <a:buNone/>
        <a:defRPr sz="8800" kern="1200">
          <a:solidFill>
            <a:srgbClr val="0C4E8B"/>
          </a:solidFill>
          <a:latin typeface="Bahij TheSansArabic Light" panose="02040503050201020203" pitchFamily="18" charset="-78"/>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rgbClr val="0C4E8B"/>
          </a:solidFill>
          <a:latin typeface="Bahij TheSansArabic Plain" panose="02040503050201020203" pitchFamily="18" charset="-78"/>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3.xml"/><Relationship Id="rId5" Type="http://schemas.openxmlformats.org/officeDocument/2006/relationships/image" Target="../media/image7.emf"/><Relationship Id="rId4" Type="http://schemas.openxmlformats.org/officeDocument/2006/relationships/oleObject" Target="../embeddings/oleObject2.bin"/></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D11F459A-3AD9-56FA-CB98-F17FFF9D3BBD}"/>
              </a:ext>
            </a:extLst>
          </p:cNvPr>
          <p:cNvSpPr>
            <a:spLocks noGrp="1"/>
          </p:cNvSpPr>
          <p:nvPr>
            <p:ph type="body" sz="quarter" idx="13"/>
          </p:nvPr>
        </p:nvSpPr>
        <p:spPr/>
        <p:txBody>
          <a:bodyPr/>
          <a:lstStyle/>
          <a:p>
            <a:r>
              <a:rPr lang="en-US"/>
              <a:t>Insert Your Title Here</a:t>
            </a:r>
          </a:p>
        </p:txBody>
      </p:sp>
      <p:sp>
        <p:nvSpPr>
          <p:cNvPr id="4" name="Text Placeholder 3">
            <a:extLst>
              <a:ext uri="{FF2B5EF4-FFF2-40B4-BE49-F238E27FC236}">
                <a16:creationId xmlns:a16="http://schemas.microsoft.com/office/drawing/2014/main" id="{9F34C00E-2D6C-D741-AA53-F41C2530E53A}"/>
              </a:ext>
            </a:extLst>
          </p:cNvPr>
          <p:cNvSpPr>
            <a:spLocks noGrp="1"/>
          </p:cNvSpPr>
          <p:nvPr>
            <p:ph type="body" sz="quarter" idx="14"/>
          </p:nvPr>
        </p:nvSpPr>
        <p:spPr/>
        <p:txBody>
          <a:bodyPr/>
          <a:lstStyle/>
          <a:p>
            <a:r>
              <a:rPr lang="en-US"/>
              <a:t>Saudi Agricultural and Livestock Investment Company </a:t>
            </a:r>
          </a:p>
        </p:txBody>
      </p:sp>
    </p:spTree>
    <p:extLst>
      <p:ext uri="{BB962C8B-B14F-4D97-AF65-F5344CB8AC3E}">
        <p14:creationId xmlns:p14="http://schemas.microsoft.com/office/powerpoint/2010/main" val="36591450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graphicFrame>
        <p:nvGraphicFramePr>
          <p:cNvPr id="17" name="Object 16" hidden="1">
            <a:extLst>
              <a:ext uri="{FF2B5EF4-FFF2-40B4-BE49-F238E27FC236}">
                <a16:creationId xmlns:a16="http://schemas.microsoft.com/office/drawing/2014/main" id="{481D0FF8-7A08-4D0F-A795-28E9D80B4D08}"/>
              </a:ext>
            </a:extLst>
          </p:cNvPr>
          <p:cNvGraphicFramePr>
            <a:graphicFrameLocks/>
          </p:cNvGraphicFramePr>
          <p:nvPr>
            <p:custDataLst>
              <p:tags r:id="rId1"/>
            </p:custDataLst>
            <p:extLst>
              <p:ext uri="{D42A27DB-BD31-4B8C-83A1-F6EECF244321}">
                <p14:modId xmlns:p14="http://schemas.microsoft.com/office/powerpoint/2010/main" val="269163465"/>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60" imgH="360" progId="TCLayout.ActiveDocument.1">
                  <p:embed/>
                </p:oleObj>
              </mc:Choice>
              <mc:Fallback>
                <p:oleObj name="think-cell Slide" r:id="rId4" imgW="360" imgH="360" progId="TCLayout.ActiveDocument.1">
                  <p:embed/>
                  <p:pic>
                    <p:nvPicPr>
                      <p:cNvPr id="17" name="Object 16" hidden="1">
                        <a:extLst>
                          <a:ext uri="{FF2B5EF4-FFF2-40B4-BE49-F238E27FC236}">
                            <a16:creationId xmlns:a16="http://schemas.microsoft.com/office/drawing/2014/main" id="{481D0FF8-7A08-4D0F-A795-28E9D80B4D08}"/>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sp>
        <p:nvSpPr>
          <p:cNvPr id="8" name="Text Placeholder 7">
            <a:extLst>
              <a:ext uri="{FF2B5EF4-FFF2-40B4-BE49-F238E27FC236}">
                <a16:creationId xmlns:a16="http://schemas.microsoft.com/office/drawing/2014/main" id="{E7E103B1-FD4F-0C23-38F1-EEE40E31A0D2}"/>
              </a:ext>
            </a:extLst>
          </p:cNvPr>
          <p:cNvSpPr>
            <a:spLocks noGrp="1"/>
          </p:cNvSpPr>
          <p:nvPr>
            <p:ph type="body" sz="quarter" idx="11"/>
          </p:nvPr>
        </p:nvSpPr>
        <p:spPr>
          <a:xfrm>
            <a:off x="1355907" y="5937878"/>
            <a:ext cx="5338882" cy="2065862"/>
          </a:xfrm>
        </p:spPr>
        <p:txBody>
          <a:bodyPr/>
          <a:lstStyle/>
          <a:p>
            <a:r>
              <a:rPr lang="en-US"/>
              <a:t>Agenda</a:t>
            </a:r>
          </a:p>
        </p:txBody>
      </p:sp>
      <p:sp>
        <p:nvSpPr>
          <p:cNvPr id="9" name="Text Placeholder 8">
            <a:extLst>
              <a:ext uri="{FF2B5EF4-FFF2-40B4-BE49-F238E27FC236}">
                <a16:creationId xmlns:a16="http://schemas.microsoft.com/office/drawing/2014/main" id="{BD84A1E2-26B0-2BBE-DBB9-6EE3EEC29AE7}"/>
              </a:ext>
            </a:extLst>
          </p:cNvPr>
          <p:cNvSpPr>
            <a:spLocks noGrp="1"/>
          </p:cNvSpPr>
          <p:nvPr>
            <p:ph type="body" sz="quarter" idx="4294967295"/>
          </p:nvPr>
        </p:nvSpPr>
        <p:spPr>
          <a:xfrm>
            <a:off x="9000033" y="1617663"/>
            <a:ext cx="12820650" cy="10480675"/>
          </a:xfrm>
          <a:prstGeom prst="rect">
            <a:avLst/>
          </a:prstGeom>
        </p:spPr>
        <p:txBody>
          <a:bodyPr anchor="ctr"/>
          <a:lstStyle/>
          <a:p>
            <a:pPr marL="742950" indent="-742950">
              <a:lnSpc>
                <a:spcPct val="100000"/>
              </a:lnSpc>
              <a:spcBef>
                <a:spcPts val="0"/>
              </a:spcBef>
              <a:spcAft>
                <a:spcPts val="3000"/>
              </a:spcAft>
              <a:buClr>
                <a:schemeClr val="accent3"/>
              </a:buClr>
              <a:buSzPct val="120000"/>
              <a:buFont typeface="+mj-lt"/>
              <a:buAutoNum type="arabicPeriod"/>
            </a:pPr>
            <a:r>
              <a:rPr lang="en-US" sz="4200" dirty="0">
                <a:solidFill>
                  <a:schemeClr val="bg2"/>
                </a:solidFill>
              </a:rPr>
              <a:t>Insert Title Here Insert Title Here</a:t>
            </a:r>
          </a:p>
          <a:p>
            <a:pPr marL="742950" indent="-742950">
              <a:lnSpc>
                <a:spcPct val="100000"/>
              </a:lnSpc>
              <a:spcBef>
                <a:spcPts val="0"/>
              </a:spcBef>
              <a:spcAft>
                <a:spcPts val="3000"/>
              </a:spcAft>
              <a:buClr>
                <a:schemeClr val="accent3"/>
              </a:buClr>
              <a:buSzPct val="120000"/>
              <a:buFont typeface="+mj-lt"/>
              <a:buAutoNum type="arabicPeriod"/>
            </a:pPr>
            <a:r>
              <a:rPr lang="en-US" sz="4200" dirty="0">
                <a:solidFill>
                  <a:schemeClr val="bg2"/>
                </a:solidFill>
              </a:rPr>
              <a:t>Insert Title Here Insert Title Here</a:t>
            </a:r>
          </a:p>
          <a:p>
            <a:pPr marL="742950" indent="-742950">
              <a:lnSpc>
                <a:spcPct val="100000"/>
              </a:lnSpc>
              <a:spcBef>
                <a:spcPts val="0"/>
              </a:spcBef>
              <a:spcAft>
                <a:spcPts val="3000"/>
              </a:spcAft>
              <a:buClr>
                <a:schemeClr val="accent3"/>
              </a:buClr>
              <a:buSzPct val="120000"/>
              <a:buFont typeface="+mj-lt"/>
              <a:buAutoNum type="arabicPeriod"/>
            </a:pPr>
            <a:r>
              <a:rPr lang="en-US" sz="4200" dirty="0">
                <a:solidFill>
                  <a:schemeClr val="bg2"/>
                </a:solidFill>
              </a:rPr>
              <a:t>Insert Title Here Insert Title Here</a:t>
            </a:r>
          </a:p>
          <a:p>
            <a:pPr marL="742950" indent="-742950">
              <a:lnSpc>
                <a:spcPct val="100000"/>
              </a:lnSpc>
              <a:spcBef>
                <a:spcPts val="0"/>
              </a:spcBef>
              <a:spcAft>
                <a:spcPts val="3000"/>
              </a:spcAft>
              <a:buClr>
                <a:schemeClr val="accent3"/>
              </a:buClr>
              <a:buSzPct val="120000"/>
              <a:buFont typeface="+mj-lt"/>
              <a:buAutoNum type="arabicPeriod"/>
            </a:pPr>
            <a:r>
              <a:rPr lang="en-US" sz="4200" dirty="0">
                <a:solidFill>
                  <a:schemeClr val="bg2"/>
                </a:solidFill>
              </a:rPr>
              <a:t>Insert Title Here Insert Title Here</a:t>
            </a:r>
          </a:p>
          <a:p>
            <a:pPr marL="742950" indent="-742950">
              <a:lnSpc>
                <a:spcPct val="100000"/>
              </a:lnSpc>
              <a:spcBef>
                <a:spcPts val="0"/>
              </a:spcBef>
              <a:spcAft>
                <a:spcPts val="3000"/>
              </a:spcAft>
              <a:buClr>
                <a:schemeClr val="accent3"/>
              </a:buClr>
              <a:buSzPct val="120000"/>
              <a:buFont typeface="+mj-lt"/>
              <a:buAutoNum type="arabicPeriod"/>
            </a:pPr>
            <a:r>
              <a:rPr lang="en-US" sz="4200" dirty="0">
                <a:solidFill>
                  <a:schemeClr val="bg2"/>
                </a:solidFill>
              </a:rPr>
              <a:t>Insert Title Here Insert Title Here</a:t>
            </a:r>
          </a:p>
          <a:p>
            <a:pPr marL="742950" indent="-742950">
              <a:lnSpc>
                <a:spcPct val="100000"/>
              </a:lnSpc>
              <a:spcBef>
                <a:spcPts val="0"/>
              </a:spcBef>
              <a:spcAft>
                <a:spcPts val="3000"/>
              </a:spcAft>
              <a:buClr>
                <a:schemeClr val="accent3"/>
              </a:buClr>
              <a:buSzPct val="120000"/>
              <a:buFont typeface="+mj-lt"/>
              <a:buAutoNum type="arabicPeriod"/>
            </a:pPr>
            <a:r>
              <a:rPr lang="en-US" sz="4200" dirty="0">
                <a:solidFill>
                  <a:schemeClr val="bg2"/>
                </a:solidFill>
              </a:rPr>
              <a:t>Insert Title Here Insert Title Here</a:t>
            </a:r>
          </a:p>
          <a:p>
            <a:pPr marL="742950" indent="-742950">
              <a:lnSpc>
                <a:spcPct val="100000"/>
              </a:lnSpc>
              <a:spcBef>
                <a:spcPts val="0"/>
              </a:spcBef>
              <a:spcAft>
                <a:spcPts val="3000"/>
              </a:spcAft>
              <a:buClr>
                <a:schemeClr val="accent3"/>
              </a:buClr>
              <a:buSzPct val="120000"/>
              <a:buFont typeface="+mj-lt"/>
              <a:buAutoNum type="arabicPeriod"/>
            </a:pPr>
            <a:r>
              <a:rPr lang="en-US" sz="4200" dirty="0">
                <a:solidFill>
                  <a:schemeClr val="bg2"/>
                </a:solidFill>
              </a:rPr>
              <a:t>Insert Title Here Insert Title Here</a:t>
            </a:r>
          </a:p>
          <a:p>
            <a:pPr marL="742950" indent="-742950">
              <a:lnSpc>
                <a:spcPct val="100000"/>
              </a:lnSpc>
              <a:spcBef>
                <a:spcPts val="0"/>
              </a:spcBef>
              <a:spcAft>
                <a:spcPts val="3000"/>
              </a:spcAft>
              <a:buClr>
                <a:schemeClr val="accent3"/>
              </a:buClr>
              <a:buSzPct val="120000"/>
              <a:buFont typeface="+mj-lt"/>
              <a:buAutoNum type="arabicPeriod"/>
            </a:pPr>
            <a:r>
              <a:rPr lang="en-US" sz="4200" dirty="0">
                <a:solidFill>
                  <a:schemeClr val="bg2"/>
                </a:solidFill>
              </a:rPr>
              <a:t>Insert Title Here Insert Title Here</a:t>
            </a:r>
          </a:p>
        </p:txBody>
      </p:sp>
    </p:spTree>
    <p:extLst>
      <p:ext uri="{BB962C8B-B14F-4D97-AF65-F5344CB8AC3E}">
        <p14:creationId xmlns:p14="http://schemas.microsoft.com/office/powerpoint/2010/main" val="23277469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BD076C-B149-E3C2-4947-88E68EDA8391}"/>
              </a:ext>
            </a:extLst>
          </p:cNvPr>
          <p:cNvSpPr>
            <a:spLocks noGrp="1"/>
          </p:cNvSpPr>
          <p:nvPr>
            <p:ph type="title"/>
          </p:nvPr>
        </p:nvSpPr>
        <p:spPr/>
        <p:txBody>
          <a:bodyPr/>
          <a:lstStyle/>
          <a:p>
            <a:r>
              <a:rPr lang="en-US"/>
              <a:t>Section title here</a:t>
            </a:r>
          </a:p>
        </p:txBody>
      </p:sp>
      <p:sp>
        <p:nvSpPr>
          <p:cNvPr id="5" name="Text Placeholder 4">
            <a:extLst>
              <a:ext uri="{FF2B5EF4-FFF2-40B4-BE49-F238E27FC236}">
                <a16:creationId xmlns:a16="http://schemas.microsoft.com/office/drawing/2014/main" id="{73BD747F-9873-5134-CF05-392C2281DFF2}"/>
              </a:ext>
            </a:extLst>
          </p:cNvPr>
          <p:cNvSpPr>
            <a:spLocks noGrp="1"/>
          </p:cNvSpPr>
          <p:nvPr>
            <p:ph type="body" sz="quarter" idx="11"/>
          </p:nvPr>
        </p:nvSpPr>
        <p:spPr/>
        <p:txBody>
          <a:bodyPr/>
          <a:lstStyle/>
          <a:p>
            <a:r>
              <a:rPr lang="en-US"/>
              <a:t>Subtitle here if needed</a:t>
            </a:r>
          </a:p>
        </p:txBody>
      </p:sp>
    </p:spTree>
    <p:extLst>
      <p:ext uri="{BB962C8B-B14F-4D97-AF65-F5344CB8AC3E}">
        <p14:creationId xmlns:p14="http://schemas.microsoft.com/office/powerpoint/2010/main" val="13929024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9865A7-9F77-A3B8-2385-7E9C9FA06B4E}"/>
              </a:ext>
            </a:extLst>
          </p:cNvPr>
          <p:cNvSpPr>
            <a:spLocks noGrp="1"/>
          </p:cNvSpPr>
          <p:nvPr>
            <p:ph type="body" sz="quarter" idx="13"/>
          </p:nvPr>
        </p:nvSpPr>
        <p:spPr/>
        <p:txBody>
          <a:bodyPr/>
          <a:lstStyle/>
          <a:p>
            <a:r>
              <a:rPr lang="en-US"/>
              <a:t>Add your Subsection Title</a:t>
            </a:r>
          </a:p>
        </p:txBody>
      </p:sp>
      <p:pic>
        <p:nvPicPr>
          <p:cNvPr id="5" name="Picture 4">
            <a:extLst>
              <a:ext uri="{FF2B5EF4-FFF2-40B4-BE49-F238E27FC236}">
                <a16:creationId xmlns:a16="http://schemas.microsoft.com/office/drawing/2014/main" id="{2078D225-AF76-97D9-AF20-EBD46CAFED04}"/>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13244999" y="7613293"/>
            <a:ext cx="2809875" cy="504825"/>
          </a:xfrm>
          <a:prstGeom prst="rect">
            <a:avLst/>
          </a:prstGeom>
        </p:spPr>
      </p:pic>
    </p:spTree>
    <p:extLst>
      <p:ext uri="{BB962C8B-B14F-4D97-AF65-F5344CB8AC3E}">
        <p14:creationId xmlns:p14="http://schemas.microsoft.com/office/powerpoint/2010/main" val="26336273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B3D5C9-0C05-5FE8-2F5F-059E184704ED}"/>
              </a:ext>
            </a:extLst>
          </p:cNvPr>
          <p:cNvSpPr>
            <a:spLocks noGrp="1"/>
          </p:cNvSpPr>
          <p:nvPr>
            <p:ph type="body" sz="quarter" idx="11"/>
          </p:nvPr>
        </p:nvSpPr>
        <p:spPr/>
        <p:txBody>
          <a:bodyPr/>
          <a:lstStyle/>
          <a:p>
            <a:r>
              <a:rPr lang="en-US">
                <a:solidFill>
                  <a:schemeClr val="accent1"/>
                </a:solidFill>
              </a:rPr>
              <a:t>Master Slides</a:t>
            </a:r>
          </a:p>
        </p:txBody>
      </p:sp>
      <p:sp>
        <p:nvSpPr>
          <p:cNvPr id="15" name="Text Placeholder 1">
            <a:extLst>
              <a:ext uri="{FF2B5EF4-FFF2-40B4-BE49-F238E27FC236}">
                <a16:creationId xmlns:a16="http://schemas.microsoft.com/office/drawing/2014/main" id="{C9880095-9F4D-7FE8-2656-4E4A100F0FAF}"/>
              </a:ext>
            </a:extLst>
          </p:cNvPr>
          <p:cNvSpPr txBox="1">
            <a:spLocks/>
          </p:cNvSpPr>
          <p:nvPr/>
        </p:nvSpPr>
        <p:spPr>
          <a:xfrm>
            <a:off x="2241754" y="6363996"/>
            <a:ext cx="6633983" cy="621316"/>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ctr"/>
            <a:r>
              <a:rPr lang="en-US" sz="3200">
                <a:latin typeface="Bahij TheSansArabic Bold" panose="02040503050201020203" pitchFamily="18" charset="-78"/>
                <a:cs typeface="Bahij TheSansArabic Bold" panose="02040503050201020203" pitchFamily="18" charset="-78"/>
              </a:rPr>
              <a:t>Presentation Cover </a:t>
            </a:r>
          </a:p>
        </p:txBody>
      </p:sp>
      <p:sp>
        <p:nvSpPr>
          <p:cNvPr id="16" name="Text Placeholder 1">
            <a:extLst>
              <a:ext uri="{FF2B5EF4-FFF2-40B4-BE49-F238E27FC236}">
                <a16:creationId xmlns:a16="http://schemas.microsoft.com/office/drawing/2014/main" id="{5976EA29-786E-13CC-E4FB-F5434592C8C8}"/>
              </a:ext>
            </a:extLst>
          </p:cNvPr>
          <p:cNvSpPr txBox="1">
            <a:spLocks/>
          </p:cNvSpPr>
          <p:nvPr/>
        </p:nvSpPr>
        <p:spPr>
          <a:xfrm>
            <a:off x="9187084" y="6363996"/>
            <a:ext cx="6633983" cy="621316"/>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ctr"/>
            <a:r>
              <a:rPr lang="en-US" sz="3200">
                <a:latin typeface="Bahij TheSansArabic Bold" panose="02040503050201020203" pitchFamily="18" charset="-78"/>
                <a:cs typeface="Bahij TheSansArabic Bold" panose="02040503050201020203" pitchFamily="18" charset="-78"/>
              </a:rPr>
              <a:t>Agenda Slide</a:t>
            </a:r>
          </a:p>
        </p:txBody>
      </p:sp>
      <p:sp>
        <p:nvSpPr>
          <p:cNvPr id="17" name="Text Placeholder 1">
            <a:extLst>
              <a:ext uri="{FF2B5EF4-FFF2-40B4-BE49-F238E27FC236}">
                <a16:creationId xmlns:a16="http://schemas.microsoft.com/office/drawing/2014/main" id="{93084B37-17E9-E7D6-AE4D-46A1DFA7080C}"/>
              </a:ext>
            </a:extLst>
          </p:cNvPr>
          <p:cNvSpPr txBox="1">
            <a:spLocks/>
          </p:cNvSpPr>
          <p:nvPr/>
        </p:nvSpPr>
        <p:spPr>
          <a:xfrm>
            <a:off x="16208320" y="6363996"/>
            <a:ext cx="6633983" cy="621316"/>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ctr"/>
            <a:r>
              <a:rPr lang="en-US" sz="3200">
                <a:latin typeface="Bahij TheSansArabic Bold" panose="02040503050201020203" pitchFamily="18" charset="-78"/>
                <a:cs typeface="Bahij TheSansArabic Bold" panose="02040503050201020203" pitchFamily="18" charset="-78"/>
              </a:rPr>
              <a:t>Section Cover</a:t>
            </a:r>
          </a:p>
        </p:txBody>
      </p:sp>
      <p:sp>
        <p:nvSpPr>
          <p:cNvPr id="19" name="Text Placeholder 1">
            <a:extLst>
              <a:ext uri="{FF2B5EF4-FFF2-40B4-BE49-F238E27FC236}">
                <a16:creationId xmlns:a16="http://schemas.microsoft.com/office/drawing/2014/main" id="{F1D26970-0053-BF13-5F44-0E0113FC981F}"/>
              </a:ext>
            </a:extLst>
          </p:cNvPr>
          <p:cNvSpPr txBox="1">
            <a:spLocks/>
          </p:cNvSpPr>
          <p:nvPr/>
        </p:nvSpPr>
        <p:spPr>
          <a:xfrm>
            <a:off x="2241754" y="12022827"/>
            <a:ext cx="6633983" cy="621316"/>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ctr"/>
            <a:r>
              <a:rPr lang="en-US" sz="3200">
                <a:latin typeface="Bahij TheSansArabic Bold" panose="02040503050201020203" pitchFamily="18" charset="-78"/>
                <a:cs typeface="Bahij TheSansArabic Bold" panose="02040503050201020203" pitchFamily="18" charset="-78"/>
              </a:rPr>
              <a:t>Sub-Section Cover </a:t>
            </a:r>
          </a:p>
        </p:txBody>
      </p:sp>
      <p:sp>
        <p:nvSpPr>
          <p:cNvPr id="20" name="Text Placeholder 1">
            <a:extLst>
              <a:ext uri="{FF2B5EF4-FFF2-40B4-BE49-F238E27FC236}">
                <a16:creationId xmlns:a16="http://schemas.microsoft.com/office/drawing/2014/main" id="{147E2ED6-A270-4684-8BE5-9FA98C306287}"/>
              </a:ext>
            </a:extLst>
          </p:cNvPr>
          <p:cNvSpPr txBox="1">
            <a:spLocks/>
          </p:cNvSpPr>
          <p:nvPr/>
        </p:nvSpPr>
        <p:spPr>
          <a:xfrm>
            <a:off x="9187084" y="12022827"/>
            <a:ext cx="6633983" cy="621316"/>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ctr"/>
            <a:r>
              <a:rPr lang="en-US" sz="3200">
                <a:latin typeface="Bahij TheSansArabic Bold" panose="02040503050201020203" pitchFamily="18" charset="-78"/>
                <a:cs typeface="Bahij TheSansArabic Bold" panose="02040503050201020203" pitchFamily="18" charset="-78"/>
              </a:rPr>
              <a:t>Content Slide</a:t>
            </a:r>
          </a:p>
        </p:txBody>
      </p:sp>
      <p:sp>
        <p:nvSpPr>
          <p:cNvPr id="21" name="Text Placeholder 1">
            <a:extLst>
              <a:ext uri="{FF2B5EF4-FFF2-40B4-BE49-F238E27FC236}">
                <a16:creationId xmlns:a16="http://schemas.microsoft.com/office/drawing/2014/main" id="{01366C57-980C-D397-5045-076DDF1711E2}"/>
              </a:ext>
            </a:extLst>
          </p:cNvPr>
          <p:cNvSpPr txBox="1">
            <a:spLocks/>
          </p:cNvSpPr>
          <p:nvPr/>
        </p:nvSpPr>
        <p:spPr>
          <a:xfrm>
            <a:off x="16208320" y="12022827"/>
            <a:ext cx="6633983" cy="621316"/>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ctr"/>
            <a:r>
              <a:rPr lang="en-US" sz="3200">
                <a:latin typeface="Bahij TheSansArabic Bold" panose="02040503050201020203" pitchFamily="18" charset="-78"/>
                <a:cs typeface="Bahij TheSansArabic Bold" panose="02040503050201020203" pitchFamily="18" charset="-78"/>
              </a:rPr>
              <a:t>Thank You Slide</a:t>
            </a:r>
          </a:p>
        </p:txBody>
      </p:sp>
      <p:pic>
        <p:nvPicPr>
          <p:cNvPr id="2" name="Picture 1">
            <a:extLst>
              <a:ext uri="{FF2B5EF4-FFF2-40B4-BE49-F238E27FC236}">
                <a16:creationId xmlns:a16="http://schemas.microsoft.com/office/drawing/2014/main" id="{13968DCC-B2BF-1A35-FFCD-FC08D85C196D}"/>
              </a:ext>
            </a:extLst>
          </p:cNvPr>
          <p:cNvPicPr>
            <a:picLocks noChangeAspect="1"/>
          </p:cNvPicPr>
          <p:nvPr/>
        </p:nvPicPr>
        <p:blipFill>
          <a:blip r:embed="rId3"/>
          <a:stretch>
            <a:fillRect/>
          </a:stretch>
        </p:blipFill>
        <p:spPr>
          <a:xfrm>
            <a:off x="16265799" y="8119416"/>
            <a:ext cx="6500864" cy="3656736"/>
          </a:xfrm>
          <a:prstGeom prst="rect">
            <a:avLst/>
          </a:prstGeom>
          <a:ln w="12700">
            <a:solidFill>
              <a:srgbClr val="FFFFFF"/>
            </a:solidFill>
          </a:ln>
          <a:effectLst>
            <a:outerShdw blurRad="546100" dist="165100" dir="3000000" algn="t" rotWithShape="0">
              <a:prstClr val="black">
                <a:alpha val="7000"/>
              </a:prstClr>
            </a:outerShdw>
          </a:effectLst>
        </p:spPr>
      </p:pic>
      <p:pic>
        <p:nvPicPr>
          <p:cNvPr id="4" name="Picture 3">
            <a:extLst>
              <a:ext uri="{FF2B5EF4-FFF2-40B4-BE49-F238E27FC236}">
                <a16:creationId xmlns:a16="http://schemas.microsoft.com/office/drawing/2014/main" id="{00A1D13F-5117-CB6D-9756-DC821DC08252}"/>
              </a:ext>
            </a:extLst>
          </p:cNvPr>
          <p:cNvPicPr>
            <a:picLocks noChangeAspect="1"/>
          </p:cNvPicPr>
          <p:nvPr/>
        </p:nvPicPr>
        <p:blipFill>
          <a:blip r:embed="rId4"/>
          <a:stretch>
            <a:fillRect/>
          </a:stretch>
        </p:blipFill>
        <p:spPr>
          <a:xfrm>
            <a:off x="9320204" y="2481790"/>
            <a:ext cx="6500863" cy="3656735"/>
          </a:xfrm>
          <a:prstGeom prst="rect">
            <a:avLst/>
          </a:prstGeom>
          <a:ln w="12700">
            <a:solidFill>
              <a:srgbClr val="FFFFFF"/>
            </a:solidFill>
          </a:ln>
          <a:effectLst>
            <a:outerShdw blurRad="546100" dist="165100" dir="3000000" algn="t" rotWithShape="0">
              <a:prstClr val="black">
                <a:alpha val="7000"/>
              </a:prstClr>
            </a:outerShdw>
          </a:effectLst>
        </p:spPr>
      </p:pic>
      <p:pic>
        <p:nvPicPr>
          <p:cNvPr id="7" name="Picture 6">
            <a:extLst>
              <a:ext uri="{FF2B5EF4-FFF2-40B4-BE49-F238E27FC236}">
                <a16:creationId xmlns:a16="http://schemas.microsoft.com/office/drawing/2014/main" id="{7A32D487-D227-10F3-FB26-97C917FCFAD8}"/>
              </a:ext>
            </a:extLst>
          </p:cNvPr>
          <p:cNvPicPr>
            <a:picLocks noChangeAspect="1"/>
          </p:cNvPicPr>
          <p:nvPr/>
        </p:nvPicPr>
        <p:blipFill>
          <a:blip r:embed="rId5"/>
          <a:stretch>
            <a:fillRect/>
          </a:stretch>
        </p:blipFill>
        <p:spPr>
          <a:xfrm>
            <a:off x="2374875" y="2460586"/>
            <a:ext cx="6500863" cy="3656735"/>
          </a:xfrm>
          <a:prstGeom prst="rect">
            <a:avLst/>
          </a:prstGeom>
          <a:ln w="12700">
            <a:solidFill>
              <a:srgbClr val="FFFFFF"/>
            </a:solidFill>
          </a:ln>
          <a:effectLst>
            <a:outerShdw blurRad="546100" dist="165100" dir="3000000" algn="t" rotWithShape="0">
              <a:prstClr val="black">
                <a:alpha val="7000"/>
              </a:prstClr>
            </a:outerShdw>
          </a:effectLst>
        </p:spPr>
      </p:pic>
      <p:pic>
        <p:nvPicPr>
          <p:cNvPr id="9" name="Picture 8">
            <a:extLst>
              <a:ext uri="{FF2B5EF4-FFF2-40B4-BE49-F238E27FC236}">
                <a16:creationId xmlns:a16="http://schemas.microsoft.com/office/drawing/2014/main" id="{B9BDA6CB-C9E3-A5B4-359E-2B81792BF727}"/>
              </a:ext>
            </a:extLst>
          </p:cNvPr>
          <p:cNvPicPr>
            <a:picLocks noChangeAspect="1"/>
          </p:cNvPicPr>
          <p:nvPr/>
        </p:nvPicPr>
        <p:blipFill>
          <a:blip r:embed="rId6"/>
          <a:stretch>
            <a:fillRect/>
          </a:stretch>
        </p:blipFill>
        <p:spPr>
          <a:xfrm>
            <a:off x="16265800" y="2481790"/>
            <a:ext cx="6500863" cy="3656735"/>
          </a:xfrm>
          <a:prstGeom prst="rect">
            <a:avLst/>
          </a:prstGeom>
        </p:spPr>
      </p:pic>
      <p:pic>
        <p:nvPicPr>
          <p:cNvPr id="10" name="Picture 9">
            <a:extLst>
              <a:ext uri="{FF2B5EF4-FFF2-40B4-BE49-F238E27FC236}">
                <a16:creationId xmlns:a16="http://schemas.microsoft.com/office/drawing/2014/main" id="{15C726B5-092F-AC0A-9F66-591C2C7448ED}"/>
              </a:ext>
            </a:extLst>
          </p:cNvPr>
          <p:cNvPicPr>
            <a:picLocks noChangeAspect="1"/>
          </p:cNvPicPr>
          <p:nvPr/>
        </p:nvPicPr>
        <p:blipFill>
          <a:blip r:embed="rId7"/>
          <a:stretch>
            <a:fillRect/>
          </a:stretch>
        </p:blipFill>
        <p:spPr>
          <a:xfrm>
            <a:off x="2374608" y="8119416"/>
            <a:ext cx="6500864" cy="3656736"/>
          </a:xfrm>
          <a:prstGeom prst="rect">
            <a:avLst/>
          </a:prstGeom>
          <a:ln w="12700">
            <a:solidFill>
              <a:srgbClr val="FFFFFF"/>
            </a:solidFill>
          </a:ln>
          <a:effectLst>
            <a:outerShdw blurRad="546100" dist="165100" dir="3000000" algn="t" rotWithShape="0">
              <a:prstClr val="black">
                <a:alpha val="7000"/>
              </a:prstClr>
            </a:outerShdw>
          </a:effectLst>
        </p:spPr>
      </p:pic>
      <p:sp>
        <p:nvSpPr>
          <p:cNvPr id="22" name="Text Placeholder 21">
            <a:extLst>
              <a:ext uri="{FF2B5EF4-FFF2-40B4-BE49-F238E27FC236}">
                <a16:creationId xmlns:a16="http://schemas.microsoft.com/office/drawing/2014/main" id="{8CB1604E-042C-7457-3E2B-B2AC7E5C179F}"/>
              </a:ext>
            </a:extLst>
          </p:cNvPr>
          <p:cNvSpPr>
            <a:spLocks noGrp="1"/>
          </p:cNvSpPr>
          <p:nvPr>
            <p:ph type="body" sz="quarter" idx="10"/>
          </p:nvPr>
        </p:nvSpPr>
        <p:spPr/>
        <p:txBody>
          <a:bodyPr/>
          <a:lstStyle/>
          <a:p>
            <a:endParaRPr lang="en-US"/>
          </a:p>
        </p:txBody>
      </p:sp>
      <p:pic>
        <p:nvPicPr>
          <p:cNvPr id="24" name="Picture 23">
            <a:extLst>
              <a:ext uri="{FF2B5EF4-FFF2-40B4-BE49-F238E27FC236}">
                <a16:creationId xmlns:a16="http://schemas.microsoft.com/office/drawing/2014/main" id="{29D271CD-F05F-FEF7-2B9D-96DE665443F2}"/>
              </a:ext>
            </a:extLst>
          </p:cNvPr>
          <p:cNvPicPr>
            <a:picLocks noChangeAspect="1"/>
          </p:cNvPicPr>
          <p:nvPr/>
        </p:nvPicPr>
        <p:blipFill>
          <a:blip r:embed="rId8"/>
          <a:stretch>
            <a:fillRect/>
          </a:stretch>
        </p:blipFill>
        <p:spPr>
          <a:xfrm>
            <a:off x="9320205" y="8119415"/>
            <a:ext cx="6500862" cy="3656735"/>
          </a:xfrm>
          <a:prstGeom prst="rect">
            <a:avLst/>
          </a:prstGeom>
          <a:ln w="12700">
            <a:solidFill>
              <a:srgbClr val="FFFFFF"/>
            </a:solidFill>
          </a:ln>
          <a:effectLst>
            <a:outerShdw blurRad="546100" dist="165100" dir="3000000" algn="t" rotWithShape="0">
              <a:prstClr val="black">
                <a:alpha val="7000"/>
              </a:prstClr>
            </a:outerShdw>
          </a:effectLst>
        </p:spPr>
      </p:pic>
    </p:spTree>
    <p:extLst>
      <p:ext uri="{BB962C8B-B14F-4D97-AF65-F5344CB8AC3E}">
        <p14:creationId xmlns:p14="http://schemas.microsoft.com/office/powerpoint/2010/main" val="562840286"/>
      </p:ext>
    </p:extLst>
  </p:cSld>
  <p:clrMapOvr>
    <a:masterClrMapping/>
  </p:clrMapOvr>
  <mc:AlternateContent xmlns:mc="http://schemas.openxmlformats.org/markup-compatibility/2006" xmlns:p14="http://schemas.microsoft.com/office/powerpoint/2010/main">
    <mc:Choice Requires="p14">
      <p:transition spd="slow" p14:dur="125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1C106AEE-683A-DF7F-D53C-CF137D22C936}"/>
              </a:ext>
            </a:extLst>
          </p:cNvPr>
          <p:cNvSpPr>
            <a:spLocks noGrp="1"/>
          </p:cNvSpPr>
          <p:nvPr>
            <p:ph type="body" sz="quarter" idx="10"/>
          </p:nvPr>
        </p:nvSpPr>
        <p:spPr/>
        <p:txBody>
          <a:bodyPr/>
          <a:lstStyle/>
          <a:p>
            <a:endParaRPr lang="en-US"/>
          </a:p>
        </p:txBody>
      </p:sp>
      <p:sp>
        <p:nvSpPr>
          <p:cNvPr id="4" name="Text Placeholder 3">
            <a:extLst>
              <a:ext uri="{FF2B5EF4-FFF2-40B4-BE49-F238E27FC236}">
                <a16:creationId xmlns:a16="http://schemas.microsoft.com/office/drawing/2014/main" id="{24DCFB14-47BC-CEBB-5463-1E5A649328BE}"/>
              </a:ext>
            </a:extLst>
          </p:cNvPr>
          <p:cNvSpPr>
            <a:spLocks noGrp="1"/>
          </p:cNvSpPr>
          <p:nvPr>
            <p:ph type="body" sz="quarter" idx="11"/>
          </p:nvPr>
        </p:nvSpPr>
        <p:spPr/>
        <p:txBody>
          <a:bodyPr/>
          <a:lstStyle/>
          <a:p>
            <a:r>
              <a:rPr lang="en-US">
                <a:solidFill>
                  <a:schemeClr val="accent1"/>
                </a:solidFill>
              </a:rPr>
              <a:t>Color Scheme</a:t>
            </a:r>
          </a:p>
        </p:txBody>
      </p:sp>
      <p:sp>
        <p:nvSpPr>
          <p:cNvPr id="75" name="Text Placeholder 1">
            <a:extLst>
              <a:ext uri="{FF2B5EF4-FFF2-40B4-BE49-F238E27FC236}">
                <a16:creationId xmlns:a16="http://schemas.microsoft.com/office/drawing/2014/main" id="{1C8DA5B4-B355-0D71-D0AD-672D12081D2F}"/>
              </a:ext>
            </a:extLst>
          </p:cNvPr>
          <p:cNvSpPr txBox="1">
            <a:spLocks/>
          </p:cNvSpPr>
          <p:nvPr/>
        </p:nvSpPr>
        <p:spPr>
          <a:xfrm>
            <a:off x="12554202" y="2650893"/>
            <a:ext cx="6801441" cy="637000"/>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sz="3600">
                <a:latin typeface="Bahij TheSansArabic Bold" panose="02040503050201020203" pitchFamily="18" charset="-78"/>
                <a:cs typeface="Bahij TheSansArabic Bold" panose="02040503050201020203" pitchFamily="18" charset="-78"/>
              </a:rPr>
              <a:t>Our Colors</a:t>
            </a:r>
          </a:p>
        </p:txBody>
      </p:sp>
      <p:sp>
        <p:nvSpPr>
          <p:cNvPr id="92" name="Text Placeholder 1">
            <a:extLst>
              <a:ext uri="{FF2B5EF4-FFF2-40B4-BE49-F238E27FC236}">
                <a16:creationId xmlns:a16="http://schemas.microsoft.com/office/drawing/2014/main" id="{C03880BA-4809-ACE6-5F11-F59BA669D050}"/>
              </a:ext>
            </a:extLst>
          </p:cNvPr>
          <p:cNvSpPr txBox="1">
            <a:spLocks/>
          </p:cNvSpPr>
          <p:nvPr/>
        </p:nvSpPr>
        <p:spPr>
          <a:xfrm>
            <a:off x="1186667" y="2650893"/>
            <a:ext cx="7609253" cy="637000"/>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sz="3600">
                <a:latin typeface="Bahij TheSansArabic Bold" panose="02040503050201020203" pitchFamily="18" charset="-78"/>
                <a:cs typeface="Bahij TheSansArabic Bold" panose="02040503050201020203" pitchFamily="18" charset="-78"/>
              </a:rPr>
              <a:t>Color Use</a:t>
            </a:r>
          </a:p>
        </p:txBody>
      </p:sp>
      <p:sp>
        <p:nvSpPr>
          <p:cNvPr id="93" name="Text Placeholder 1">
            <a:extLst>
              <a:ext uri="{FF2B5EF4-FFF2-40B4-BE49-F238E27FC236}">
                <a16:creationId xmlns:a16="http://schemas.microsoft.com/office/drawing/2014/main" id="{07118E55-EABD-04C9-5210-0FD10094D481}"/>
              </a:ext>
            </a:extLst>
          </p:cNvPr>
          <p:cNvSpPr txBox="1">
            <a:spLocks/>
          </p:cNvSpPr>
          <p:nvPr/>
        </p:nvSpPr>
        <p:spPr>
          <a:xfrm>
            <a:off x="1186666" y="3535505"/>
            <a:ext cx="10010986" cy="8332240"/>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457200" indent="-457200" algn="just">
              <a:lnSpc>
                <a:spcPct val="120000"/>
              </a:lnSpc>
              <a:buFont typeface="+mj-lt"/>
              <a:buAutoNum type="arabicPeriod"/>
            </a:pPr>
            <a:r>
              <a:rPr lang="en-US" sz="2400"/>
              <a:t>The PowerPoint template comes with a pre-defined color scheme. Use these colors consistently throughout your presentation to maintain a professional look.</a:t>
            </a:r>
          </a:p>
          <a:p>
            <a:pPr marL="457200" indent="-457200" algn="just">
              <a:lnSpc>
                <a:spcPct val="120000"/>
              </a:lnSpc>
              <a:buFont typeface="+mj-lt"/>
              <a:buAutoNum type="arabicPeriod"/>
            </a:pPr>
            <a:r>
              <a:rPr lang="en-US" sz="2400"/>
              <a:t>The template has a set of colors used in the design. However, Try to use the </a:t>
            </a:r>
            <a:r>
              <a:rPr lang="en-US" sz="2400">
                <a:latin typeface="+mj-lt"/>
              </a:rPr>
              <a:t>Dominated Colors </a:t>
            </a:r>
            <a:r>
              <a:rPr lang="en-US" sz="2400"/>
              <a:t>as the primary colors throughout your presentation.</a:t>
            </a:r>
          </a:p>
          <a:p>
            <a:pPr marL="457200" indent="-457200" algn="just">
              <a:lnSpc>
                <a:spcPct val="120000"/>
              </a:lnSpc>
              <a:buFont typeface="+mj-lt"/>
              <a:buAutoNum type="arabicPeriod"/>
            </a:pPr>
            <a:r>
              <a:rPr lang="en-US" sz="2400"/>
              <a:t>If additional colors are needed, use the supporting colors provided. These colors should complement the dominant colors and be used sparingly.</a:t>
            </a:r>
          </a:p>
          <a:p>
            <a:pPr marL="457200" indent="-457200" algn="just">
              <a:lnSpc>
                <a:spcPct val="120000"/>
              </a:lnSpc>
              <a:buFont typeface="+mj-lt"/>
              <a:buAutoNum type="arabicPeriod"/>
            </a:pPr>
            <a:r>
              <a:rPr lang="en-US" sz="2400"/>
              <a:t>If there is something in your presentation that needs to stand out or be explained, use an "explainer" color that complements the dominant colors but doesn't clash with them. Use this color sparingly and only when necessary</a:t>
            </a:r>
          </a:p>
        </p:txBody>
      </p:sp>
      <p:sp>
        <p:nvSpPr>
          <p:cNvPr id="12" name="Text Placeholder 1">
            <a:extLst>
              <a:ext uri="{FF2B5EF4-FFF2-40B4-BE49-F238E27FC236}">
                <a16:creationId xmlns:a16="http://schemas.microsoft.com/office/drawing/2014/main" id="{093EB273-2951-1AB4-13C6-9F69ACE14214}"/>
              </a:ext>
            </a:extLst>
          </p:cNvPr>
          <p:cNvSpPr txBox="1">
            <a:spLocks/>
          </p:cNvSpPr>
          <p:nvPr/>
        </p:nvSpPr>
        <p:spPr>
          <a:xfrm>
            <a:off x="12554202" y="3992946"/>
            <a:ext cx="2776589" cy="608192"/>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just">
              <a:lnSpc>
                <a:spcPct val="120000"/>
              </a:lnSpc>
            </a:pPr>
            <a:r>
              <a:rPr lang="en-US" sz="2400">
                <a:latin typeface="+mj-lt"/>
              </a:rPr>
              <a:t>Background Color</a:t>
            </a:r>
          </a:p>
        </p:txBody>
      </p:sp>
      <p:sp>
        <p:nvSpPr>
          <p:cNvPr id="2" name="Image 22" descr="preencoded.png">
            <a:extLst>
              <a:ext uri="{FF2B5EF4-FFF2-40B4-BE49-F238E27FC236}">
                <a16:creationId xmlns:a16="http://schemas.microsoft.com/office/drawing/2014/main" id="{E5CB4BF7-3ECB-DEB9-DC7E-B873776C5238}"/>
              </a:ext>
            </a:extLst>
          </p:cNvPr>
          <p:cNvSpPr/>
          <p:nvPr/>
        </p:nvSpPr>
        <p:spPr>
          <a:xfrm>
            <a:off x="18049656" y="3590269"/>
            <a:ext cx="2451898" cy="1218154"/>
          </a:xfrm>
          <a:prstGeom prst="rect">
            <a:avLst/>
          </a:prstGeom>
          <a:solidFill>
            <a:srgbClr val="FFFFFF"/>
          </a:solidFill>
          <a:ln w="10583" cap="flat">
            <a:solidFill>
              <a:schemeClr val="accent6"/>
            </a:solidFill>
            <a:prstDash val="solid"/>
            <a:miter/>
          </a:ln>
        </p:spPr>
        <p:txBody>
          <a:bodyPr lIns="182880" rIns="0" rtlCol="0" anchor="ctr"/>
          <a:lstStyle/>
          <a:p>
            <a:pPr algn="l">
              <a:lnSpc>
                <a:spcPct val="150000"/>
              </a:lnSpc>
            </a:pPr>
            <a:r>
              <a:rPr lang="en-US" sz="1600">
                <a:solidFill>
                  <a:srgbClr val="0B4D89"/>
                </a:solidFill>
                <a:latin typeface="Bahij TheSansArabic Plain" panose="02040503050201020203" pitchFamily="18" charset="-78"/>
                <a:cs typeface="Bahij TheSansArabic Plain" panose="02040503050201020203" pitchFamily="18" charset="-78"/>
              </a:rPr>
              <a:t>WHITE </a:t>
            </a:r>
          </a:p>
          <a:p>
            <a:pPr algn="l">
              <a:lnSpc>
                <a:spcPct val="150000"/>
              </a:lnSpc>
            </a:pPr>
            <a:r>
              <a:rPr lang="en-US" sz="1200" b="0" i="0">
                <a:solidFill>
                  <a:srgbClr val="0B4D89"/>
                </a:solidFill>
                <a:effectLst/>
                <a:latin typeface="Bahij TheSansArabic Plain" panose="02040503050201020203" pitchFamily="18" charset="-78"/>
                <a:cs typeface="Bahij TheSansArabic Plain" panose="02040503050201020203" pitchFamily="18" charset="-78"/>
              </a:rPr>
              <a:t>HEX FFFFFF </a:t>
            </a:r>
          </a:p>
          <a:p>
            <a:pPr algn="l">
              <a:lnSpc>
                <a:spcPct val="150000"/>
              </a:lnSpc>
            </a:pPr>
            <a:r>
              <a:rPr lang="en-US" sz="1200" b="0" i="0">
                <a:solidFill>
                  <a:srgbClr val="0B4D89"/>
                </a:solidFill>
                <a:effectLst/>
                <a:latin typeface="Bahij TheSansArabic Plain" panose="02040503050201020203" pitchFamily="18" charset="-78"/>
                <a:cs typeface="Bahij TheSansArabic Plain" panose="02040503050201020203" pitchFamily="18" charset="-78"/>
              </a:rPr>
              <a:t>RGB (255, 255, 255) </a:t>
            </a:r>
          </a:p>
          <a:p>
            <a:pPr algn="l">
              <a:lnSpc>
                <a:spcPct val="150000"/>
              </a:lnSpc>
            </a:pPr>
            <a:endParaRPr lang="en-US" sz="1100">
              <a:solidFill>
                <a:srgbClr val="0B4D89"/>
              </a:solidFill>
              <a:latin typeface="Bahij TheSansArabic Plain" panose="02040503050201020203" pitchFamily="18" charset="-78"/>
              <a:cs typeface="Bahij TheSansArabic Plain" panose="02040503050201020203" pitchFamily="18" charset="-78"/>
            </a:endParaRPr>
          </a:p>
        </p:txBody>
      </p:sp>
      <p:sp>
        <p:nvSpPr>
          <p:cNvPr id="6" name="Image 23" descr="preencoded.png">
            <a:extLst>
              <a:ext uri="{FF2B5EF4-FFF2-40B4-BE49-F238E27FC236}">
                <a16:creationId xmlns:a16="http://schemas.microsoft.com/office/drawing/2014/main" id="{B6AE79E9-5EFD-FB62-D493-E47C024C23B2}"/>
              </a:ext>
            </a:extLst>
          </p:cNvPr>
          <p:cNvSpPr/>
          <p:nvPr/>
        </p:nvSpPr>
        <p:spPr>
          <a:xfrm>
            <a:off x="15343145" y="5064527"/>
            <a:ext cx="2451898" cy="1218154"/>
          </a:xfrm>
          <a:prstGeom prst="rect">
            <a:avLst/>
          </a:prstGeom>
          <a:solidFill>
            <a:schemeClr val="accent1"/>
          </a:solidFill>
          <a:ln w="10525" cap="flat">
            <a:noFill/>
            <a:prstDash val="solid"/>
            <a:miter/>
          </a:ln>
        </p:spPr>
        <p:txBody>
          <a:bodyPr lIns="182880" rIns="0" rtlCol="0" anchor="ctr"/>
          <a:lstStyle/>
          <a:p>
            <a:pPr algn="l">
              <a:lnSpc>
                <a:spcPct val="150000"/>
              </a:lnSpc>
            </a:pPr>
            <a:r>
              <a:rPr lang="en-US" sz="1600" b="0" i="0">
                <a:solidFill>
                  <a:schemeClr val="bg1"/>
                </a:solidFill>
                <a:effectLst/>
                <a:latin typeface="Bahij TheSansArabic Plain" panose="02040503050201020203" pitchFamily="18" charset="-78"/>
                <a:cs typeface="Bahij TheSansArabic Plain" panose="02040503050201020203" pitchFamily="18" charset="-78"/>
              </a:rPr>
              <a:t>NAVY</a:t>
            </a:r>
          </a:p>
          <a:p>
            <a:pPr algn="l">
              <a:lnSpc>
                <a:spcPct val="150000"/>
              </a:lnSpc>
            </a:pPr>
            <a:r>
              <a:rPr lang="en-US" sz="1200" b="0" i="0">
                <a:solidFill>
                  <a:schemeClr val="bg1"/>
                </a:solidFill>
                <a:effectLst/>
                <a:latin typeface="Bahij TheSansArabic Plain" panose="02040503050201020203" pitchFamily="18" charset="-78"/>
                <a:cs typeface="Bahij TheSansArabic Plain" panose="02040503050201020203" pitchFamily="18" charset="-78"/>
              </a:rPr>
              <a:t>HEX 0B4D89 </a:t>
            </a:r>
          </a:p>
          <a:p>
            <a:pPr algn="l">
              <a:lnSpc>
                <a:spcPct val="150000"/>
              </a:lnSpc>
            </a:pPr>
            <a:r>
              <a:rPr lang="en-US" sz="1200" b="0" i="0">
                <a:solidFill>
                  <a:schemeClr val="bg1"/>
                </a:solidFill>
                <a:effectLst/>
                <a:latin typeface="Bahij TheSansArabic Plain" panose="02040503050201020203" pitchFamily="18" charset="-78"/>
                <a:cs typeface="Bahij TheSansArabic Plain" panose="02040503050201020203" pitchFamily="18" charset="-78"/>
              </a:rPr>
              <a:t>RGB(11,77, 137) </a:t>
            </a:r>
          </a:p>
        </p:txBody>
      </p:sp>
      <p:sp>
        <p:nvSpPr>
          <p:cNvPr id="7" name="Image 24" descr="preencoded.png">
            <a:extLst>
              <a:ext uri="{FF2B5EF4-FFF2-40B4-BE49-F238E27FC236}">
                <a16:creationId xmlns:a16="http://schemas.microsoft.com/office/drawing/2014/main" id="{05703E87-FF0B-99B4-49A5-11FC7F711FCF}"/>
              </a:ext>
            </a:extLst>
          </p:cNvPr>
          <p:cNvSpPr/>
          <p:nvPr/>
        </p:nvSpPr>
        <p:spPr>
          <a:xfrm>
            <a:off x="15330790" y="8940362"/>
            <a:ext cx="2451898" cy="1218154"/>
          </a:xfrm>
          <a:prstGeom prst="rect">
            <a:avLst/>
          </a:prstGeom>
          <a:solidFill>
            <a:srgbClr val="339BD6"/>
          </a:solidFill>
          <a:ln w="10525" cap="flat">
            <a:noFill/>
            <a:prstDash val="solid"/>
            <a:miter/>
          </a:ln>
        </p:spPr>
        <p:txBody>
          <a:bodyPr lIns="182880" rIns="0" rtlCol="0" anchor="ctr"/>
          <a:lstStyle/>
          <a:p>
            <a:pPr algn="l">
              <a:lnSpc>
                <a:spcPct val="150000"/>
              </a:lnSpc>
            </a:pPr>
            <a:r>
              <a:rPr lang="en-US" sz="1600">
                <a:solidFill>
                  <a:schemeClr val="bg1"/>
                </a:solidFill>
                <a:latin typeface="Bahij TheSansArabic Plain" panose="02040503050201020203" pitchFamily="18" charset="-78"/>
                <a:cs typeface="Bahij TheSansArabic Plain" panose="02040503050201020203" pitchFamily="18" charset="-78"/>
              </a:rPr>
              <a:t>SKY BLUE </a:t>
            </a:r>
          </a:p>
          <a:p>
            <a:pPr algn="l">
              <a:lnSpc>
                <a:spcPct val="150000"/>
              </a:lnSpc>
            </a:pPr>
            <a:r>
              <a:rPr lang="en-US" sz="1200">
                <a:solidFill>
                  <a:schemeClr val="bg1"/>
                </a:solidFill>
                <a:latin typeface="Bahij TheSansArabic Plain" panose="02040503050201020203" pitchFamily="18" charset="-78"/>
                <a:cs typeface="Bahij TheSansArabic Plain" panose="02040503050201020203" pitchFamily="18" charset="-78"/>
              </a:rPr>
              <a:t>HEX 339BD6 </a:t>
            </a:r>
          </a:p>
          <a:p>
            <a:pPr algn="l">
              <a:lnSpc>
                <a:spcPct val="150000"/>
              </a:lnSpc>
            </a:pPr>
            <a:r>
              <a:rPr lang="en-US" sz="1200">
                <a:solidFill>
                  <a:schemeClr val="bg1"/>
                </a:solidFill>
                <a:latin typeface="Bahij TheSansArabic Plain" panose="02040503050201020203" pitchFamily="18" charset="-78"/>
                <a:cs typeface="Bahij TheSansArabic Plain" panose="02040503050201020203" pitchFamily="18" charset="-78"/>
              </a:rPr>
              <a:t>RGB (51,155, 214) </a:t>
            </a:r>
          </a:p>
        </p:txBody>
      </p:sp>
      <p:sp>
        <p:nvSpPr>
          <p:cNvPr id="8" name="Image 25" descr="preencoded.png">
            <a:extLst>
              <a:ext uri="{FF2B5EF4-FFF2-40B4-BE49-F238E27FC236}">
                <a16:creationId xmlns:a16="http://schemas.microsoft.com/office/drawing/2014/main" id="{2A52E1AF-7A88-20FC-BCDB-9DDC43A925C3}"/>
              </a:ext>
            </a:extLst>
          </p:cNvPr>
          <p:cNvSpPr/>
          <p:nvPr/>
        </p:nvSpPr>
        <p:spPr>
          <a:xfrm>
            <a:off x="18049656" y="5064527"/>
            <a:ext cx="2451898" cy="1218154"/>
          </a:xfrm>
          <a:prstGeom prst="rect">
            <a:avLst/>
          </a:prstGeom>
          <a:solidFill>
            <a:schemeClr val="accent2"/>
          </a:solidFill>
          <a:ln w="10525" cap="flat">
            <a:noFill/>
            <a:prstDash val="solid"/>
            <a:miter/>
          </a:ln>
        </p:spPr>
        <p:txBody>
          <a:bodyPr lIns="182880" rIns="0" rtlCol="0" anchor="ctr"/>
          <a:lstStyle/>
          <a:p>
            <a:pPr algn="l">
              <a:lnSpc>
                <a:spcPct val="150000"/>
              </a:lnSpc>
            </a:pPr>
            <a:r>
              <a:rPr lang="en-US" sz="1600" b="0" i="0">
                <a:solidFill>
                  <a:schemeClr val="bg1"/>
                </a:solidFill>
                <a:effectLst/>
                <a:latin typeface="Bahij TheSansArabic Plain" panose="02040503050201020203" pitchFamily="18" charset="-78"/>
                <a:cs typeface="Bahij TheSansArabic Plain" panose="02040503050201020203" pitchFamily="18" charset="-78"/>
              </a:rPr>
              <a:t>GREEN </a:t>
            </a:r>
          </a:p>
          <a:p>
            <a:pPr algn="l">
              <a:lnSpc>
                <a:spcPct val="150000"/>
              </a:lnSpc>
            </a:pPr>
            <a:r>
              <a:rPr lang="en-US" sz="1200" b="0" i="0">
                <a:solidFill>
                  <a:schemeClr val="bg1"/>
                </a:solidFill>
                <a:effectLst/>
                <a:latin typeface="Bahij TheSansArabic Plain" panose="02040503050201020203" pitchFamily="18" charset="-78"/>
                <a:cs typeface="Bahij TheSansArabic Plain" panose="02040503050201020203" pitchFamily="18" charset="-78"/>
              </a:rPr>
              <a:t>HEX 2A7C62 </a:t>
            </a:r>
          </a:p>
          <a:p>
            <a:pPr algn="l">
              <a:lnSpc>
                <a:spcPct val="150000"/>
              </a:lnSpc>
            </a:pPr>
            <a:r>
              <a:rPr lang="en-US" sz="1200" b="0" i="0">
                <a:solidFill>
                  <a:schemeClr val="bg1"/>
                </a:solidFill>
                <a:effectLst/>
                <a:latin typeface="Bahij TheSansArabic Plain" panose="02040503050201020203" pitchFamily="18" charset="-78"/>
                <a:cs typeface="Bahij TheSansArabic Plain" panose="02040503050201020203" pitchFamily="18" charset="-78"/>
              </a:rPr>
              <a:t>RGB(42, 124, 98) </a:t>
            </a:r>
          </a:p>
        </p:txBody>
      </p:sp>
      <p:sp>
        <p:nvSpPr>
          <p:cNvPr id="9" name="Image 26" descr="preencoded.png">
            <a:extLst>
              <a:ext uri="{FF2B5EF4-FFF2-40B4-BE49-F238E27FC236}">
                <a16:creationId xmlns:a16="http://schemas.microsoft.com/office/drawing/2014/main" id="{DD302176-E21D-3414-EA0E-486CC3B07D75}"/>
              </a:ext>
            </a:extLst>
          </p:cNvPr>
          <p:cNvSpPr/>
          <p:nvPr/>
        </p:nvSpPr>
        <p:spPr>
          <a:xfrm>
            <a:off x="15343146" y="7460555"/>
            <a:ext cx="2451897" cy="1218154"/>
          </a:xfrm>
          <a:prstGeom prst="rect">
            <a:avLst/>
          </a:prstGeom>
          <a:solidFill>
            <a:schemeClr val="accent3"/>
          </a:solidFill>
          <a:ln w="10583" cap="flat">
            <a:noFill/>
            <a:prstDash val="solid"/>
            <a:miter/>
          </a:ln>
        </p:spPr>
        <p:txBody>
          <a:bodyPr lIns="182880" rIns="0" rtlCol="0" anchor="ctr"/>
          <a:lstStyle/>
          <a:p>
            <a:pPr algn="l">
              <a:lnSpc>
                <a:spcPct val="150000"/>
              </a:lnSpc>
            </a:pPr>
            <a:r>
              <a:rPr lang="en-US" sz="1600">
                <a:solidFill>
                  <a:srgbClr val="0B4D89"/>
                </a:solidFill>
                <a:latin typeface="Bahij TheSansArabic Plain" panose="02040503050201020203" pitchFamily="18" charset="-78"/>
                <a:cs typeface="Bahij TheSansArabic Plain" panose="02040503050201020203" pitchFamily="18" charset="-78"/>
              </a:rPr>
              <a:t>LIGHT GREEN </a:t>
            </a:r>
          </a:p>
          <a:p>
            <a:pPr algn="l">
              <a:lnSpc>
                <a:spcPct val="150000"/>
              </a:lnSpc>
            </a:pPr>
            <a:r>
              <a:rPr lang="en-US" sz="1200">
                <a:solidFill>
                  <a:srgbClr val="0B4D89"/>
                </a:solidFill>
                <a:latin typeface="Bahij TheSansArabic Plain" panose="02040503050201020203" pitchFamily="18" charset="-78"/>
                <a:cs typeface="Bahij TheSansArabic Plain" panose="02040503050201020203" pitchFamily="18" charset="-78"/>
              </a:rPr>
              <a:t>HEX A4D5AD </a:t>
            </a:r>
          </a:p>
          <a:p>
            <a:pPr algn="l">
              <a:lnSpc>
                <a:spcPct val="150000"/>
              </a:lnSpc>
            </a:pPr>
            <a:r>
              <a:rPr lang="en-US" sz="1200">
                <a:solidFill>
                  <a:srgbClr val="0B4D89"/>
                </a:solidFill>
                <a:latin typeface="Bahij TheSansArabic Plain" panose="02040503050201020203" pitchFamily="18" charset="-78"/>
                <a:cs typeface="Bahij TheSansArabic Plain" panose="02040503050201020203" pitchFamily="18" charset="-78"/>
              </a:rPr>
              <a:t>RGB (164, 213, 173) </a:t>
            </a:r>
          </a:p>
        </p:txBody>
      </p:sp>
      <p:sp>
        <p:nvSpPr>
          <p:cNvPr id="10" name="Image 24" descr="preencoded.png">
            <a:extLst>
              <a:ext uri="{FF2B5EF4-FFF2-40B4-BE49-F238E27FC236}">
                <a16:creationId xmlns:a16="http://schemas.microsoft.com/office/drawing/2014/main" id="{736884E2-A9E4-E5AE-4BB2-DDF28843F254}"/>
              </a:ext>
            </a:extLst>
          </p:cNvPr>
          <p:cNvSpPr/>
          <p:nvPr/>
        </p:nvSpPr>
        <p:spPr>
          <a:xfrm>
            <a:off x="18049656" y="8940363"/>
            <a:ext cx="2451898" cy="1218154"/>
          </a:xfrm>
          <a:prstGeom prst="rect">
            <a:avLst/>
          </a:prstGeom>
          <a:solidFill>
            <a:schemeClr val="accent6"/>
          </a:solidFill>
          <a:ln w="10525" cap="flat">
            <a:noFill/>
            <a:prstDash val="solid"/>
            <a:miter/>
          </a:ln>
        </p:spPr>
        <p:txBody>
          <a:bodyPr lIns="182880" rIns="0" rtlCol="0" anchor="ctr"/>
          <a:lstStyle/>
          <a:p>
            <a:pPr algn="l">
              <a:lnSpc>
                <a:spcPct val="150000"/>
              </a:lnSpc>
            </a:pPr>
            <a:r>
              <a:rPr lang="en-US" sz="1600">
                <a:solidFill>
                  <a:schemeClr val="accent1"/>
                </a:solidFill>
                <a:latin typeface="Bahij TheSansArabic Plain" panose="02040503050201020203" pitchFamily="18" charset="-78"/>
                <a:cs typeface="Bahij TheSansArabic Plain" panose="02040503050201020203" pitchFamily="18" charset="-78"/>
              </a:rPr>
              <a:t>LIGHT BLUE </a:t>
            </a:r>
          </a:p>
          <a:p>
            <a:pPr algn="l">
              <a:lnSpc>
                <a:spcPct val="150000"/>
              </a:lnSpc>
            </a:pPr>
            <a:r>
              <a:rPr lang="en-US" sz="1200">
                <a:solidFill>
                  <a:schemeClr val="accent1"/>
                </a:solidFill>
                <a:latin typeface="Bahij TheSansArabic Plain" panose="02040503050201020203" pitchFamily="18" charset="-78"/>
                <a:cs typeface="Bahij TheSansArabic Plain" panose="02040503050201020203" pitchFamily="18" charset="-78"/>
              </a:rPr>
              <a:t>HEX EBF5FB</a:t>
            </a:r>
          </a:p>
          <a:p>
            <a:pPr algn="l">
              <a:lnSpc>
                <a:spcPct val="150000"/>
              </a:lnSpc>
            </a:pPr>
            <a:r>
              <a:rPr lang="en-US" sz="1200">
                <a:solidFill>
                  <a:schemeClr val="accent1"/>
                </a:solidFill>
                <a:latin typeface="Bahij TheSansArabic Plain" panose="02040503050201020203" pitchFamily="18" charset="-78"/>
                <a:cs typeface="Bahij TheSansArabic Plain" panose="02040503050201020203" pitchFamily="18" charset="-78"/>
              </a:rPr>
              <a:t>RGB (235, 245, 251)</a:t>
            </a:r>
          </a:p>
        </p:txBody>
      </p:sp>
      <p:sp>
        <p:nvSpPr>
          <p:cNvPr id="11" name="Image 22" descr="preencoded.png">
            <a:extLst>
              <a:ext uri="{FF2B5EF4-FFF2-40B4-BE49-F238E27FC236}">
                <a16:creationId xmlns:a16="http://schemas.microsoft.com/office/drawing/2014/main" id="{FEBEF075-E759-1BF0-7842-45DB3658E97D}"/>
              </a:ext>
            </a:extLst>
          </p:cNvPr>
          <p:cNvSpPr/>
          <p:nvPr/>
        </p:nvSpPr>
        <p:spPr>
          <a:xfrm>
            <a:off x="15330791" y="3590269"/>
            <a:ext cx="2451898" cy="1218154"/>
          </a:xfrm>
          <a:prstGeom prst="rect">
            <a:avLst/>
          </a:prstGeom>
          <a:solidFill>
            <a:schemeClr val="tx1"/>
          </a:solidFill>
          <a:ln w="10583" cap="flat">
            <a:solidFill>
              <a:schemeClr val="accent6"/>
            </a:solidFill>
            <a:prstDash val="solid"/>
            <a:miter/>
          </a:ln>
        </p:spPr>
        <p:txBody>
          <a:bodyPr lIns="182880" rIns="0" rtlCol="0" anchor="ctr"/>
          <a:lstStyle/>
          <a:p>
            <a:pPr algn="l">
              <a:lnSpc>
                <a:spcPct val="150000"/>
              </a:lnSpc>
            </a:pPr>
            <a:r>
              <a:rPr lang="en-US" sz="1600">
                <a:solidFill>
                  <a:schemeClr val="bg1"/>
                </a:solidFill>
                <a:latin typeface="Bahij TheSansArabic Plain" panose="02040503050201020203" pitchFamily="18" charset="-78"/>
                <a:cs typeface="Bahij TheSansArabic Plain" panose="02040503050201020203" pitchFamily="18" charset="-78"/>
              </a:rPr>
              <a:t>DARK NAVY </a:t>
            </a:r>
          </a:p>
          <a:p>
            <a:pPr algn="l">
              <a:lnSpc>
                <a:spcPct val="150000"/>
              </a:lnSpc>
            </a:pPr>
            <a:r>
              <a:rPr lang="en-US" sz="1200" b="0" i="0">
                <a:solidFill>
                  <a:schemeClr val="bg1"/>
                </a:solidFill>
                <a:effectLst/>
                <a:latin typeface="Bahij TheSansArabic Plain" panose="02040503050201020203" pitchFamily="18" charset="-78"/>
                <a:cs typeface="Bahij TheSansArabic Plain" panose="02040503050201020203" pitchFamily="18" charset="-78"/>
              </a:rPr>
              <a:t>HEX 08305C</a:t>
            </a:r>
          </a:p>
          <a:p>
            <a:pPr algn="l">
              <a:lnSpc>
                <a:spcPct val="150000"/>
              </a:lnSpc>
            </a:pPr>
            <a:r>
              <a:rPr lang="en-US" sz="1200" b="0" i="0">
                <a:solidFill>
                  <a:schemeClr val="bg1"/>
                </a:solidFill>
                <a:effectLst/>
                <a:latin typeface="Bahij TheSansArabic Plain" panose="02040503050201020203" pitchFamily="18" charset="-78"/>
                <a:cs typeface="Bahij TheSansArabic Plain" panose="02040503050201020203" pitchFamily="18" charset="-78"/>
              </a:rPr>
              <a:t>RGB (255, 255, 255) </a:t>
            </a:r>
          </a:p>
        </p:txBody>
      </p:sp>
      <p:sp>
        <p:nvSpPr>
          <p:cNvPr id="13" name="Image 22" descr="preencoded.png">
            <a:extLst>
              <a:ext uri="{FF2B5EF4-FFF2-40B4-BE49-F238E27FC236}">
                <a16:creationId xmlns:a16="http://schemas.microsoft.com/office/drawing/2014/main" id="{F50586B2-09FF-743E-F357-6AD05133EEBC}"/>
              </a:ext>
            </a:extLst>
          </p:cNvPr>
          <p:cNvSpPr/>
          <p:nvPr/>
        </p:nvSpPr>
        <p:spPr>
          <a:xfrm>
            <a:off x="20768518" y="5064527"/>
            <a:ext cx="2301344" cy="1218154"/>
          </a:xfrm>
          <a:prstGeom prst="rect">
            <a:avLst/>
          </a:prstGeom>
          <a:solidFill>
            <a:srgbClr val="FFFFFF"/>
          </a:solidFill>
          <a:ln w="10583" cap="flat">
            <a:solidFill>
              <a:schemeClr val="accent6"/>
            </a:solidFill>
            <a:prstDash val="solid"/>
            <a:miter/>
          </a:ln>
        </p:spPr>
        <p:txBody>
          <a:bodyPr lIns="182880" rIns="0" rtlCol="0" anchor="ctr"/>
          <a:lstStyle/>
          <a:p>
            <a:pPr algn="l">
              <a:lnSpc>
                <a:spcPct val="150000"/>
              </a:lnSpc>
            </a:pPr>
            <a:r>
              <a:rPr lang="en-US" sz="1600">
                <a:solidFill>
                  <a:srgbClr val="0B4D89"/>
                </a:solidFill>
                <a:latin typeface="Bahij TheSansArabic Plain" panose="02040503050201020203" pitchFamily="18" charset="-78"/>
                <a:cs typeface="Bahij TheSansArabic Plain" panose="02040503050201020203" pitchFamily="18" charset="-78"/>
              </a:rPr>
              <a:t>WHITE </a:t>
            </a:r>
          </a:p>
          <a:p>
            <a:pPr algn="l">
              <a:lnSpc>
                <a:spcPct val="150000"/>
              </a:lnSpc>
            </a:pPr>
            <a:r>
              <a:rPr lang="en-US" sz="1200" b="0" i="0">
                <a:solidFill>
                  <a:srgbClr val="0B4D89"/>
                </a:solidFill>
                <a:effectLst/>
                <a:latin typeface="Bahij TheSansArabic Plain" panose="02040503050201020203" pitchFamily="18" charset="-78"/>
                <a:cs typeface="Bahij TheSansArabic Plain" panose="02040503050201020203" pitchFamily="18" charset="-78"/>
              </a:rPr>
              <a:t>HEX FFFFFF </a:t>
            </a:r>
          </a:p>
          <a:p>
            <a:pPr algn="l">
              <a:lnSpc>
                <a:spcPct val="150000"/>
              </a:lnSpc>
            </a:pPr>
            <a:r>
              <a:rPr lang="en-US" sz="1200" b="0" i="0">
                <a:solidFill>
                  <a:srgbClr val="0B4D89"/>
                </a:solidFill>
                <a:effectLst/>
                <a:latin typeface="Bahij TheSansArabic Plain" panose="02040503050201020203" pitchFamily="18" charset="-78"/>
                <a:cs typeface="Bahij TheSansArabic Plain" panose="02040503050201020203" pitchFamily="18" charset="-78"/>
              </a:rPr>
              <a:t>RGB (255, 255, 255) </a:t>
            </a:r>
          </a:p>
          <a:p>
            <a:pPr algn="l">
              <a:lnSpc>
                <a:spcPct val="150000"/>
              </a:lnSpc>
            </a:pPr>
            <a:endParaRPr lang="en-US" sz="1100">
              <a:solidFill>
                <a:srgbClr val="0B4D89"/>
              </a:solidFill>
              <a:latin typeface="Bahij TheSansArabic Plain" panose="02040503050201020203" pitchFamily="18" charset="-78"/>
              <a:cs typeface="Bahij TheSansArabic Plain" panose="02040503050201020203" pitchFamily="18" charset="-78"/>
            </a:endParaRPr>
          </a:p>
        </p:txBody>
      </p:sp>
      <p:sp>
        <p:nvSpPr>
          <p:cNvPr id="15" name="Text Placeholder 1">
            <a:extLst>
              <a:ext uri="{FF2B5EF4-FFF2-40B4-BE49-F238E27FC236}">
                <a16:creationId xmlns:a16="http://schemas.microsoft.com/office/drawing/2014/main" id="{BF81C23B-A043-B9B0-DBEB-688F3E3ED4FA}"/>
              </a:ext>
            </a:extLst>
          </p:cNvPr>
          <p:cNvSpPr txBox="1">
            <a:spLocks/>
          </p:cNvSpPr>
          <p:nvPr/>
        </p:nvSpPr>
        <p:spPr>
          <a:xfrm>
            <a:off x="12554202" y="5398046"/>
            <a:ext cx="2776589" cy="608192"/>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just">
              <a:lnSpc>
                <a:spcPct val="120000"/>
              </a:lnSpc>
            </a:pPr>
            <a:r>
              <a:rPr lang="en-US" sz="2400">
                <a:latin typeface="+mj-lt"/>
              </a:rPr>
              <a:t>Dominated Colors</a:t>
            </a:r>
          </a:p>
        </p:txBody>
      </p:sp>
      <p:sp>
        <p:nvSpPr>
          <p:cNvPr id="16" name="Text Placeholder 1">
            <a:extLst>
              <a:ext uri="{FF2B5EF4-FFF2-40B4-BE49-F238E27FC236}">
                <a16:creationId xmlns:a16="http://schemas.microsoft.com/office/drawing/2014/main" id="{755B2686-7413-DA94-42AD-2F0E4435D609}"/>
              </a:ext>
            </a:extLst>
          </p:cNvPr>
          <p:cNvSpPr txBox="1">
            <a:spLocks/>
          </p:cNvSpPr>
          <p:nvPr/>
        </p:nvSpPr>
        <p:spPr>
          <a:xfrm>
            <a:off x="12566557" y="7721765"/>
            <a:ext cx="2776589" cy="608192"/>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just">
              <a:lnSpc>
                <a:spcPct val="100000"/>
              </a:lnSpc>
              <a:spcBef>
                <a:spcPts val="1200"/>
              </a:spcBef>
            </a:pPr>
            <a:r>
              <a:rPr lang="en-US" sz="2400">
                <a:latin typeface="+mj-lt"/>
              </a:rPr>
              <a:t>Supporting Colors</a:t>
            </a:r>
          </a:p>
          <a:p>
            <a:pPr algn="just">
              <a:lnSpc>
                <a:spcPct val="100000"/>
              </a:lnSpc>
              <a:spcBef>
                <a:spcPts val="1200"/>
              </a:spcBef>
            </a:pPr>
            <a:r>
              <a:rPr lang="en-US" sz="2000"/>
              <a:t>Priority 1</a:t>
            </a:r>
          </a:p>
        </p:txBody>
      </p:sp>
      <p:sp>
        <p:nvSpPr>
          <p:cNvPr id="17" name="Image 26" descr="preencoded.png">
            <a:extLst>
              <a:ext uri="{FF2B5EF4-FFF2-40B4-BE49-F238E27FC236}">
                <a16:creationId xmlns:a16="http://schemas.microsoft.com/office/drawing/2014/main" id="{82AAE994-73F9-7FF1-08CD-D30D85BC9A1A}"/>
              </a:ext>
            </a:extLst>
          </p:cNvPr>
          <p:cNvSpPr/>
          <p:nvPr/>
        </p:nvSpPr>
        <p:spPr>
          <a:xfrm>
            <a:off x="18062011" y="7460555"/>
            <a:ext cx="2451897" cy="1218154"/>
          </a:xfrm>
          <a:prstGeom prst="rect">
            <a:avLst/>
          </a:prstGeom>
          <a:solidFill>
            <a:schemeClr val="accent5"/>
          </a:solidFill>
          <a:ln w="10583" cap="flat">
            <a:noFill/>
            <a:prstDash val="solid"/>
            <a:miter/>
          </a:ln>
        </p:spPr>
        <p:txBody>
          <a:bodyPr lIns="182880" rIns="0" rtlCol="0" anchor="ctr"/>
          <a:lstStyle/>
          <a:p>
            <a:pPr algn="l">
              <a:lnSpc>
                <a:spcPct val="150000"/>
              </a:lnSpc>
            </a:pPr>
            <a:r>
              <a:rPr lang="en-US" sz="1600">
                <a:solidFill>
                  <a:srgbClr val="0B4D89"/>
                </a:solidFill>
                <a:latin typeface="Bahij TheSansArabic Plain" panose="02040503050201020203" pitchFamily="18" charset="-78"/>
                <a:cs typeface="Bahij TheSansArabic Plain" panose="02040503050201020203" pitchFamily="18" charset="-78"/>
              </a:rPr>
              <a:t>LIGHT GREEN </a:t>
            </a:r>
          </a:p>
          <a:p>
            <a:pPr algn="l">
              <a:lnSpc>
                <a:spcPct val="150000"/>
              </a:lnSpc>
            </a:pPr>
            <a:r>
              <a:rPr lang="en-US" sz="1200">
                <a:solidFill>
                  <a:srgbClr val="0B4D89"/>
                </a:solidFill>
                <a:latin typeface="Bahij TheSansArabic Plain" panose="02040503050201020203" pitchFamily="18" charset="-78"/>
                <a:cs typeface="Bahij TheSansArabic Plain" panose="02040503050201020203" pitchFamily="18" charset="-78"/>
              </a:rPr>
              <a:t>HEX E4F2E6</a:t>
            </a:r>
          </a:p>
          <a:p>
            <a:pPr algn="l">
              <a:lnSpc>
                <a:spcPct val="150000"/>
              </a:lnSpc>
            </a:pPr>
            <a:r>
              <a:rPr lang="en-US" sz="1200">
                <a:solidFill>
                  <a:srgbClr val="0B4D89"/>
                </a:solidFill>
                <a:latin typeface="Bahij TheSansArabic Plain" panose="02040503050201020203" pitchFamily="18" charset="-78"/>
                <a:cs typeface="Bahij TheSansArabic Plain" panose="02040503050201020203" pitchFamily="18" charset="-78"/>
              </a:rPr>
              <a:t>RGB (228, 242, 230)</a:t>
            </a:r>
          </a:p>
        </p:txBody>
      </p:sp>
      <p:sp>
        <p:nvSpPr>
          <p:cNvPr id="18" name="Text Placeholder 1">
            <a:extLst>
              <a:ext uri="{FF2B5EF4-FFF2-40B4-BE49-F238E27FC236}">
                <a16:creationId xmlns:a16="http://schemas.microsoft.com/office/drawing/2014/main" id="{BC002D09-0E3A-2BA4-A8AA-EA5621C83054}"/>
              </a:ext>
            </a:extLst>
          </p:cNvPr>
          <p:cNvSpPr txBox="1">
            <a:spLocks/>
          </p:cNvSpPr>
          <p:nvPr/>
        </p:nvSpPr>
        <p:spPr>
          <a:xfrm>
            <a:off x="12554202" y="9171835"/>
            <a:ext cx="2776589" cy="608192"/>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just">
              <a:lnSpc>
                <a:spcPct val="100000"/>
              </a:lnSpc>
              <a:spcBef>
                <a:spcPts val="1200"/>
              </a:spcBef>
            </a:pPr>
            <a:r>
              <a:rPr lang="en-US" sz="2400">
                <a:latin typeface="+mj-lt"/>
              </a:rPr>
              <a:t>Supporting Colors</a:t>
            </a:r>
          </a:p>
          <a:p>
            <a:pPr algn="just">
              <a:lnSpc>
                <a:spcPct val="100000"/>
              </a:lnSpc>
              <a:spcBef>
                <a:spcPts val="1200"/>
              </a:spcBef>
            </a:pPr>
            <a:r>
              <a:rPr lang="en-US" sz="2000"/>
              <a:t>Priority 2</a:t>
            </a:r>
          </a:p>
        </p:txBody>
      </p:sp>
      <p:sp>
        <p:nvSpPr>
          <p:cNvPr id="19" name="Image 24" descr="preencoded.png">
            <a:extLst>
              <a:ext uri="{FF2B5EF4-FFF2-40B4-BE49-F238E27FC236}">
                <a16:creationId xmlns:a16="http://schemas.microsoft.com/office/drawing/2014/main" id="{E6FD8539-26B9-188E-B7CB-096B020584D5}"/>
              </a:ext>
            </a:extLst>
          </p:cNvPr>
          <p:cNvSpPr/>
          <p:nvPr/>
        </p:nvSpPr>
        <p:spPr>
          <a:xfrm>
            <a:off x="15330790" y="11401301"/>
            <a:ext cx="2451898" cy="1218154"/>
          </a:xfrm>
          <a:prstGeom prst="rect">
            <a:avLst/>
          </a:prstGeom>
          <a:solidFill>
            <a:srgbClr val="D93F40"/>
          </a:solidFill>
          <a:ln w="10525" cap="flat">
            <a:noFill/>
            <a:prstDash val="solid"/>
            <a:miter/>
          </a:ln>
        </p:spPr>
        <p:txBody>
          <a:bodyPr lIns="182880" rIns="0" rtlCol="0" anchor="ctr"/>
          <a:lstStyle/>
          <a:p>
            <a:pPr algn="l">
              <a:lnSpc>
                <a:spcPct val="150000"/>
              </a:lnSpc>
            </a:pPr>
            <a:r>
              <a:rPr lang="en-US" sz="1600">
                <a:solidFill>
                  <a:schemeClr val="bg1"/>
                </a:solidFill>
                <a:latin typeface="Bahij TheSansArabic Plain" panose="02040503050201020203" pitchFamily="18" charset="-78"/>
                <a:cs typeface="Bahij TheSansArabic Plain" panose="02040503050201020203" pitchFamily="18" charset="-78"/>
              </a:rPr>
              <a:t>RED</a:t>
            </a:r>
          </a:p>
          <a:p>
            <a:pPr algn="l">
              <a:lnSpc>
                <a:spcPct val="150000"/>
              </a:lnSpc>
            </a:pPr>
            <a:r>
              <a:rPr lang="en-US" sz="1200">
                <a:solidFill>
                  <a:schemeClr val="bg1"/>
                </a:solidFill>
                <a:latin typeface="Bahij TheSansArabic Plain" panose="02040503050201020203" pitchFamily="18" charset="-78"/>
                <a:cs typeface="Bahij TheSansArabic Plain" panose="02040503050201020203" pitchFamily="18" charset="-78"/>
              </a:rPr>
              <a:t>HEX D93F40</a:t>
            </a:r>
          </a:p>
          <a:p>
            <a:pPr algn="l">
              <a:lnSpc>
                <a:spcPct val="150000"/>
              </a:lnSpc>
            </a:pPr>
            <a:r>
              <a:rPr lang="en-US" sz="1200">
                <a:solidFill>
                  <a:schemeClr val="bg1"/>
                </a:solidFill>
                <a:latin typeface="Bahij TheSansArabic Plain" panose="02040503050201020203" pitchFamily="18" charset="-78"/>
                <a:cs typeface="Bahij TheSansArabic Plain" panose="02040503050201020203" pitchFamily="18" charset="-78"/>
              </a:rPr>
              <a:t>RGB (217,63, 64) </a:t>
            </a:r>
          </a:p>
        </p:txBody>
      </p:sp>
      <p:sp>
        <p:nvSpPr>
          <p:cNvPr id="20" name="Image 24" descr="preencoded.png">
            <a:extLst>
              <a:ext uri="{FF2B5EF4-FFF2-40B4-BE49-F238E27FC236}">
                <a16:creationId xmlns:a16="http://schemas.microsoft.com/office/drawing/2014/main" id="{B2C55F8C-9CFB-53E8-AB8E-0880EDB65AE3}"/>
              </a:ext>
            </a:extLst>
          </p:cNvPr>
          <p:cNvSpPr/>
          <p:nvPr/>
        </p:nvSpPr>
        <p:spPr>
          <a:xfrm>
            <a:off x="18049656" y="11401302"/>
            <a:ext cx="2451898" cy="1218154"/>
          </a:xfrm>
          <a:prstGeom prst="rect">
            <a:avLst/>
          </a:prstGeom>
          <a:solidFill>
            <a:srgbClr val="E6AF00"/>
          </a:solidFill>
          <a:ln w="10525" cap="flat">
            <a:noFill/>
            <a:prstDash val="solid"/>
            <a:miter/>
          </a:ln>
        </p:spPr>
        <p:txBody>
          <a:bodyPr lIns="182880" rIns="0" rtlCol="0" anchor="ctr"/>
          <a:lstStyle/>
          <a:p>
            <a:pPr algn="l">
              <a:lnSpc>
                <a:spcPct val="150000"/>
              </a:lnSpc>
            </a:pPr>
            <a:r>
              <a:rPr lang="en-US" sz="1600">
                <a:solidFill>
                  <a:schemeClr val="bg1"/>
                </a:solidFill>
                <a:latin typeface="Bahij TheSansArabic Plain" panose="02040503050201020203" pitchFamily="18" charset="-78"/>
                <a:cs typeface="Bahij TheSansArabic Plain" panose="02040503050201020203" pitchFamily="18" charset="-78"/>
              </a:rPr>
              <a:t>YELLOW</a:t>
            </a:r>
          </a:p>
          <a:p>
            <a:pPr algn="l">
              <a:lnSpc>
                <a:spcPct val="150000"/>
              </a:lnSpc>
            </a:pPr>
            <a:r>
              <a:rPr lang="en-US" sz="1200">
                <a:solidFill>
                  <a:schemeClr val="bg1"/>
                </a:solidFill>
                <a:latin typeface="Bahij TheSansArabic Plain" panose="02040503050201020203" pitchFamily="18" charset="-78"/>
                <a:cs typeface="Bahij TheSansArabic Plain" panose="02040503050201020203" pitchFamily="18" charset="-78"/>
              </a:rPr>
              <a:t>HEX E6AF00</a:t>
            </a:r>
          </a:p>
          <a:p>
            <a:pPr algn="l">
              <a:lnSpc>
                <a:spcPct val="150000"/>
              </a:lnSpc>
            </a:pPr>
            <a:r>
              <a:rPr lang="en-US" sz="1200">
                <a:solidFill>
                  <a:schemeClr val="bg1"/>
                </a:solidFill>
                <a:latin typeface="Bahij TheSansArabic Plain" panose="02040503050201020203" pitchFamily="18" charset="-78"/>
                <a:cs typeface="Bahij TheSansArabic Plain" panose="02040503050201020203" pitchFamily="18" charset="-78"/>
              </a:rPr>
              <a:t>RGB (230, 175, 0)</a:t>
            </a:r>
          </a:p>
        </p:txBody>
      </p:sp>
      <p:sp>
        <p:nvSpPr>
          <p:cNvPr id="21" name="Text Placeholder 1">
            <a:extLst>
              <a:ext uri="{FF2B5EF4-FFF2-40B4-BE49-F238E27FC236}">
                <a16:creationId xmlns:a16="http://schemas.microsoft.com/office/drawing/2014/main" id="{F074A1FB-4536-F6CF-9EF7-DB19427DADA6}"/>
              </a:ext>
            </a:extLst>
          </p:cNvPr>
          <p:cNvSpPr txBox="1">
            <a:spLocks/>
          </p:cNvSpPr>
          <p:nvPr/>
        </p:nvSpPr>
        <p:spPr>
          <a:xfrm>
            <a:off x="12554202" y="11539787"/>
            <a:ext cx="2270751" cy="1079667"/>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lgn="just">
              <a:lnSpc>
                <a:spcPct val="100000"/>
              </a:lnSpc>
              <a:spcBef>
                <a:spcPts val="1200"/>
              </a:spcBef>
            </a:pPr>
            <a:r>
              <a:rPr lang="en-US" sz="2400">
                <a:latin typeface="+mj-lt"/>
              </a:rPr>
              <a:t>Explainer Colors</a:t>
            </a:r>
          </a:p>
          <a:p>
            <a:pPr algn="just">
              <a:lnSpc>
                <a:spcPct val="100000"/>
              </a:lnSpc>
              <a:spcBef>
                <a:spcPts val="1200"/>
              </a:spcBef>
            </a:pPr>
            <a:r>
              <a:rPr lang="en-US" sz="2000"/>
              <a:t>Careful use only if needed</a:t>
            </a:r>
          </a:p>
        </p:txBody>
      </p:sp>
    </p:spTree>
    <p:extLst>
      <p:ext uri="{BB962C8B-B14F-4D97-AF65-F5344CB8AC3E}">
        <p14:creationId xmlns:p14="http://schemas.microsoft.com/office/powerpoint/2010/main" val="2904582278"/>
      </p:ext>
    </p:extLst>
  </p:cSld>
  <p:clrMapOvr>
    <a:masterClrMapping/>
  </p:clrMapOvr>
  <mc:AlternateContent xmlns:mc="http://schemas.openxmlformats.org/markup-compatibility/2006" xmlns:p14="http://schemas.microsoft.com/office/powerpoint/2010/main">
    <mc:Choice Requires="p14">
      <p:transition spd="slow" p14:dur="125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1C106AEE-683A-DF7F-D53C-CF137D22C936}"/>
              </a:ext>
            </a:extLst>
          </p:cNvPr>
          <p:cNvSpPr>
            <a:spLocks noGrp="1"/>
          </p:cNvSpPr>
          <p:nvPr>
            <p:ph type="body" sz="quarter" idx="10"/>
          </p:nvPr>
        </p:nvSpPr>
        <p:spPr/>
        <p:txBody>
          <a:bodyPr/>
          <a:lstStyle/>
          <a:p>
            <a:r>
              <a:rPr lang="en-US"/>
              <a:t>Font and Typography</a:t>
            </a:r>
          </a:p>
        </p:txBody>
      </p:sp>
      <p:sp>
        <p:nvSpPr>
          <p:cNvPr id="2" name="Text Placeholder 1">
            <a:extLst>
              <a:ext uri="{FF2B5EF4-FFF2-40B4-BE49-F238E27FC236}">
                <a16:creationId xmlns:a16="http://schemas.microsoft.com/office/drawing/2014/main" id="{854107B8-C723-CAA1-A065-B13E8EA3ACB9}"/>
              </a:ext>
            </a:extLst>
          </p:cNvPr>
          <p:cNvSpPr>
            <a:spLocks noGrp="1"/>
          </p:cNvSpPr>
          <p:nvPr>
            <p:ph type="body" sz="quarter" idx="11"/>
          </p:nvPr>
        </p:nvSpPr>
        <p:spPr/>
        <p:txBody>
          <a:bodyPr/>
          <a:lstStyle/>
          <a:p>
            <a:r>
              <a:rPr lang="en-US">
                <a:solidFill>
                  <a:schemeClr val="accent1"/>
                </a:solidFill>
              </a:rPr>
              <a:t>Our Font</a:t>
            </a:r>
          </a:p>
        </p:txBody>
      </p:sp>
      <p:sp>
        <p:nvSpPr>
          <p:cNvPr id="75" name="Text Placeholder 1">
            <a:extLst>
              <a:ext uri="{FF2B5EF4-FFF2-40B4-BE49-F238E27FC236}">
                <a16:creationId xmlns:a16="http://schemas.microsoft.com/office/drawing/2014/main" id="{1C8DA5B4-B355-0D71-D0AD-672D12081D2F}"/>
              </a:ext>
            </a:extLst>
          </p:cNvPr>
          <p:cNvSpPr txBox="1">
            <a:spLocks/>
          </p:cNvSpPr>
          <p:nvPr/>
        </p:nvSpPr>
        <p:spPr>
          <a:xfrm>
            <a:off x="12554202" y="2650893"/>
            <a:ext cx="6801441" cy="637000"/>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sz="3600">
                <a:latin typeface="Bahij TheSansArabic Bold" panose="02040503050201020203" pitchFamily="18" charset="-78"/>
                <a:cs typeface="Bahij TheSansArabic Bold" panose="02040503050201020203" pitchFamily="18" charset="-78"/>
              </a:rPr>
              <a:t>Our Font </a:t>
            </a:r>
          </a:p>
        </p:txBody>
      </p:sp>
      <p:sp>
        <p:nvSpPr>
          <p:cNvPr id="92" name="Text Placeholder 1">
            <a:extLst>
              <a:ext uri="{FF2B5EF4-FFF2-40B4-BE49-F238E27FC236}">
                <a16:creationId xmlns:a16="http://schemas.microsoft.com/office/drawing/2014/main" id="{C03880BA-4809-ACE6-5F11-F59BA669D050}"/>
              </a:ext>
            </a:extLst>
          </p:cNvPr>
          <p:cNvSpPr txBox="1">
            <a:spLocks/>
          </p:cNvSpPr>
          <p:nvPr/>
        </p:nvSpPr>
        <p:spPr>
          <a:xfrm>
            <a:off x="1195398" y="2650893"/>
            <a:ext cx="7511466" cy="637000"/>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sz="3600">
                <a:latin typeface="Bahij TheSansArabic Bold" panose="02040503050201020203" pitchFamily="18" charset="-78"/>
                <a:cs typeface="Bahij TheSansArabic Bold" panose="02040503050201020203" pitchFamily="18" charset="-78"/>
              </a:rPr>
              <a:t>Text Formatting</a:t>
            </a:r>
          </a:p>
        </p:txBody>
      </p:sp>
      <p:sp>
        <p:nvSpPr>
          <p:cNvPr id="93" name="Text Placeholder 1">
            <a:extLst>
              <a:ext uri="{FF2B5EF4-FFF2-40B4-BE49-F238E27FC236}">
                <a16:creationId xmlns:a16="http://schemas.microsoft.com/office/drawing/2014/main" id="{07118E55-EABD-04C9-5210-0FD10094D481}"/>
              </a:ext>
            </a:extLst>
          </p:cNvPr>
          <p:cNvSpPr txBox="1">
            <a:spLocks/>
          </p:cNvSpPr>
          <p:nvPr/>
        </p:nvSpPr>
        <p:spPr>
          <a:xfrm>
            <a:off x="1195397" y="3535505"/>
            <a:ext cx="9882334" cy="6170961"/>
          </a:xfrm>
          <a:prstGeom prst="rect">
            <a:avLst/>
          </a:prstGeom>
        </p:spPr>
        <p:txBody>
          <a:bodyPr lIns="0" tIns="0" rIns="0" bIns="0">
            <a:noAutofit/>
          </a:bodyPr>
          <a:lstStyle>
            <a:lvl1pPr marL="0" indent="0" algn="l" defTabSz="1828800" rtl="0" eaLnBrk="1" latinLnBrk="0" hangingPunct="1">
              <a:lnSpc>
                <a:spcPct val="90000"/>
              </a:lnSpc>
              <a:spcBef>
                <a:spcPts val="2000"/>
              </a:spcBef>
              <a:buFont typeface="Arial" panose="020B0604020202020204" pitchFamily="34" charset="0"/>
              <a:buNone/>
              <a:defRPr sz="2800" b="0" i="0" kern="1200">
                <a:solidFill>
                  <a:schemeClr val="accent1"/>
                </a:solidFill>
                <a:latin typeface="Bahij TheSansArabic Light" panose="02040503050201020203" pitchFamily="18" charset="-78"/>
                <a:ea typeface="Source Sans Pro Light" panose="020B0403030403020204" pitchFamily="34" charset="0"/>
                <a:cs typeface="Bahij TheSansArabic Light" panose="02040503050201020203" pitchFamily="18" charset="-78"/>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rgbClr val="0C4E8B"/>
                </a:solidFill>
                <a:latin typeface="Bahij TheSansArabic Plain" panose="02040503050201020203" pitchFamily="18" charset="-78"/>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rgbClr val="0C4E8B"/>
                </a:solidFill>
                <a:latin typeface="Bahij TheSansArabic Plain" panose="02040503050201020203" pitchFamily="18" charset="-78"/>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rgbClr val="0C4E8B"/>
                </a:solidFill>
                <a:latin typeface="Bahij TheSansArabic Plain" panose="02040503050201020203" pitchFamily="18" charset="-78"/>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457200" indent="-457200" algn="just">
              <a:lnSpc>
                <a:spcPct val="120000"/>
              </a:lnSpc>
              <a:buFont typeface="+mj-lt"/>
              <a:buAutoNum type="arabicPeriod"/>
            </a:pPr>
            <a:r>
              <a:rPr lang="en-US" sz="2400"/>
              <a:t>Use provided fonts (Bahij) for consistency with the company's brand image.</a:t>
            </a:r>
          </a:p>
          <a:p>
            <a:pPr marL="457200" indent="-457200" algn="just">
              <a:lnSpc>
                <a:spcPct val="120000"/>
              </a:lnSpc>
              <a:buFont typeface="+mj-lt"/>
              <a:buAutoNum type="arabicPeriod"/>
            </a:pPr>
            <a:r>
              <a:rPr lang="en-US" sz="2400"/>
              <a:t>Use consistent font sizes to create a sense of cohesion.</a:t>
            </a:r>
          </a:p>
          <a:p>
            <a:pPr marL="457200" indent="-457200" algn="just">
              <a:lnSpc>
                <a:spcPct val="120000"/>
              </a:lnSpc>
              <a:buFont typeface="+mj-lt"/>
              <a:buAutoNum type="arabicPeriod"/>
            </a:pPr>
            <a:r>
              <a:rPr lang="en-US" sz="2400"/>
              <a:t>Use font hierarchy to guide the reader's eye through the document.</a:t>
            </a:r>
          </a:p>
          <a:p>
            <a:pPr marL="457200" indent="-457200" algn="just">
              <a:lnSpc>
                <a:spcPct val="120000"/>
              </a:lnSpc>
              <a:buFont typeface="+mj-lt"/>
              <a:buAutoNum type="arabicPeriod"/>
            </a:pPr>
            <a:r>
              <a:rPr lang="en-US" sz="2400"/>
              <a:t>When copying and pasting content, ensure that formatting is maintained to preserve the document's design and appearance.</a:t>
            </a:r>
          </a:p>
          <a:p>
            <a:pPr marL="457200" indent="-457200" algn="just">
              <a:lnSpc>
                <a:spcPct val="120000"/>
              </a:lnSpc>
              <a:buFont typeface="+mj-lt"/>
              <a:buAutoNum type="arabicPeriod"/>
            </a:pPr>
            <a:r>
              <a:rPr lang="en-US" sz="2400"/>
              <a:t>Check for font consistency throughout the document.</a:t>
            </a:r>
          </a:p>
        </p:txBody>
      </p:sp>
      <p:sp>
        <p:nvSpPr>
          <p:cNvPr id="3" name="Text 2">
            <a:extLst>
              <a:ext uri="{FF2B5EF4-FFF2-40B4-BE49-F238E27FC236}">
                <a16:creationId xmlns:a16="http://schemas.microsoft.com/office/drawing/2014/main" id="{F9E05CCB-136A-027E-298C-4F9C3A1B7C4E}"/>
              </a:ext>
            </a:extLst>
          </p:cNvPr>
          <p:cNvSpPr/>
          <p:nvPr/>
        </p:nvSpPr>
        <p:spPr>
          <a:xfrm>
            <a:off x="15420962" y="3559749"/>
            <a:ext cx="8119354" cy="7181317"/>
          </a:xfrm>
          <a:prstGeom prst="rect">
            <a:avLst/>
          </a:prstGeom>
          <a:noFill/>
          <a:ln/>
        </p:spPr>
        <p:txBody>
          <a:bodyPr wrap="square" lIns="0" tIns="0" rIns="0" bIns="0" rtlCol="0" anchor="t"/>
          <a:lstStyle/>
          <a:p>
            <a:pPr algn="l" rtl="0">
              <a:lnSpc>
                <a:spcPct val="120000"/>
              </a:lnSpc>
            </a:pPr>
            <a:r>
              <a:rPr lang="en-US" sz="2200">
                <a:solidFill>
                  <a:schemeClr val="accent1"/>
                </a:solidFill>
                <a:latin typeface="Bahij TheSansArabic Light" pitchFamily="34" charset="0"/>
                <a:ea typeface="Bahij TheSansArabic Light" pitchFamily="34" charset="-122"/>
                <a:cs typeface="Bahij TheSansArabic Light" pitchFamily="34" charset="-120"/>
              </a:rPr>
              <a:t>abcdefghuijlmnoABCDEFGHIJLMN 123456!@#$%&amp;*
</a:t>
            </a:r>
            <a:r>
              <a:rPr lang="ar-SA" sz="2200">
                <a:solidFill>
                  <a:schemeClr val="accent1"/>
                </a:solidFill>
                <a:latin typeface="Bahij TheSansArabic Light" pitchFamily="34" charset="0"/>
                <a:ea typeface="Bahij TheSansArabic Light" pitchFamily="34" charset="-122"/>
                <a:cs typeface="Bahij TheSansArabic Light" pitchFamily="34" charset="-120"/>
              </a:rPr>
              <a:t>أ ب ت ث ج ح خ د ذ ر ز س ش ص ض ط ظ ع غ ف ق ك ل م ن ه و ي
</a:t>
            </a:r>
            <a:endParaRPr lang="en-US" sz="2200">
              <a:solidFill>
                <a:schemeClr val="accent1"/>
              </a:solidFill>
              <a:latin typeface="Bahij TheSansArabic Light" pitchFamily="34" charset="0"/>
              <a:ea typeface="Bahij TheSansArabic Light" pitchFamily="34" charset="-122"/>
              <a:cs typeface="Bahij TheSansArabic Light" pitchFamily="34" charset="-120"/>
            </a:endParaRPr>
          </a:p>
          <a:p>
            <a:pPr algn="l" rtl="0">
              <a:lnSpc>
                <a:spcPct val="120000"/>
              </a:lnSpc>
            </a:pPr>
            <a:r>
              <a:rPr lang="en-US" sz="2200">
                <a:solidFill>
                  <a:schemeClr val="accent1"/>
                </a:solidFill>
                <a:latin typeface="Bahij TheSansArabic Plain" panose="02040503050201020203" pitchFamily="18" charset="-78"/>
                <a:ea typeface="Bahij TheSansArabic Light" pitchFamily="34" charset="-122"/>
                <a:cs typeface="Bahij TheSansArabic Plain" panose="02040503050201020203" pitchFamily="18" charset="-78"/>
              </a:rPr>
              <a:t>abcdefghuijlmnoABCDEFGHIJLMN 123456!@#$%&amp;*
</a:t>
            </a:r>
            <a:r>
              <a:rPr lang="ar-SA" sz="2200">
                <a:solidFill>
                  <a:schemeClr val="accent1"/>
                </a:solidFill>
                <a:latin typeface="Bahij TheSansArabic Plain" panose="02040503050201020203" pitchFamily="18" charset="-78"/>
                <a:ea typeface="Bahij TheSansArabic Light" pitchFamily="34" charset="-122"/>
                <a:cs typeface="Bahij TheSansArabic Plain" panose="02040503050201020203" pitchFamily="18" charset="-78"/>
              </a:rPr>
              <a:t>أ ب ت ث ج ح خ د ذ ر ز س ش ص ض ط ظ ع غ ف ق ك ل م ن ه و ي
</a:t>
            </a:r>
            <a:endParaRPr lang="en-US" sz="2200">
              <a:solidFill>
                <a:schemeClr val="accent1"/>
              </a:solidFill>
              <a:latin typeface="Bahij TheSansArabic Plain" panose="02040503050201020203" pitchFamily="18" charset="-78"/>
              <a:ea typeface="Bahij TheSansArabic Light" pitchFamily="34" charset="-122"/>
              <a:cs typeface="Bahij TheSansArabic Plain" panose="02040503050201020203" pitchFamily="18" charset="-78"/>
            </a:endParaRPr>
          </a:p>
          <a:p>
            <a:pPr algn="l" rtl="0">
              <a:lnSpc>
                <a:spcPct val="120000"/>
              </a:lnSpc>
            </a:pPr>
            <a:r>
              <a:rPr lang="en-US" sz="2200">
                <a:solidFill>
                  <a:schemeClr val="accent1"/>
                </a:solidFill>
                <a:latin typeface="Bahij TheSansArabic SemiBold" panose="02040503050201020203" pitchFamily="18" charset="-78"/>
                <a:ea typeface="Bahij TheSansArabic Light" pitchFamily="34" charset="-122"/>
                <a:cs typeface="Bahij TheSansArabic SemiBold" panose="02040503050201020203" pitchFamily="18" charset="-78"/>
              </a:rPr>
              <a:t>abcdefghuijlmnoABCDEFGHIJLMN 123456!@#$%&amp;*
</a:t>
            </a:r>
            <a:r>
              <a:rPr lang="ar-SA" sz="2200">
                <a:solidFill>
                  <a:schemeClr val="accent1"/>
                </a:solidFill>
                <a:latin typeface="Bahij TheSansArabic SemiBold" panose="02040503050201020203" pitchFamily="18" charset="-78"/>
                <a:ea typeface="Bahij TheSansArabic Light" pitchFamily="34" charset="-122"/>
                <a:cs typeface="Bahij TheSansArabic SemiBold" panose="02040503050201020203" pitchFamily="18" charset="-78"/>
              </a:rPr>
              <a:t>أ ب ت ث ج ح خ د ذ ر ز س ش ص ض ط ظ ع غ ف ق ك ل م ن ه و ي
</a:t>
            </a:r>
            <a:endParaRPr lang="en-US" sz="2200">
              <a:solidFill>
                <a:schemeClr val="accent1"/>
              </a:solidFill>
              <a:latin typeface="Bahij TheSansArabic SemiBold" panose="02040503050201020203" pitchFamily="18" charset="-78"/>
              <a:ea typeface="Bahij TheSansArabic Light" pitchFamily="34" charset="-122"/>
              <a:cs typeface="Bahij TheSansArabic SemiBold" panose="02040503050201020203" pitchFamily="18" charset="-78"/>
            </a:endParaRPr>
          </a:p>
          <a:p>
            <a:pPr algn="l" rtl="0">
              <a:lnSpc>
                <a:spcPct val="120000"/>
              </a:lnSpc>
            </a:pPr>
            <a:r>
              <a:rPr lang="en-US" sz="2200">
                <a:solidFill>
                  <a:schemeClr val="accent1"/>
                </a:solidFill>
                <a:latin typeface="Bahij TheSansArabic Bold" panose="02040503050201020203" pitchFamily="18" charset="-78"/>
                <a:ea typeface="Bahij TheSansArabic Light" pitchFamily="34" charset="-122"/>
                <a:cs typeface="Bahij TheSansArabic Bold" panose="02040503050201020203" pitchFamily="18" charset="-78"/>
              </a:rPr>
              <a:t>abcdefghuijlmnoABCDEFGHIJLMN 123456!@#$%&amp;*
</a:t>
            </a:r>
            <a:r>
              <a:rPr lang="ar-SA" sz="2200">
                <a:solidFill>
                  <a:schemeClr val="accent1"/>
                </a:solidFill>
                <a:latin typeface="Bahij TheSansArabic Bold" panose="02040503050201020203" pitchFamily="18" charset="-78"/>
                <a:ea typeface="Bahij TheSansArabic Light" pitchFamily="34" charset="-122"/>
                <a:cs typeface="Bahij TheSansArabic Bold" panose="02040503050201020203" pitchFamily="18" charset="-78"/>
              </a:rPr>
              <a:t>أ ب ت ث ج ح خ د ذ ر ز س ش ص ض ط ظ ع غ ف ق ك ل م ن ه و ي
</a:t>
            </a:r>
            <a:endParaRPr lang="en-US" sz="2200">
              <a:solidFill>
                <a:schemeClr val="accent1"/>
              </a:solidFill>
              <a:latin typeface="Bahij TheSansArabic Bold" panose="02040503050201020203" pitchFamily="18" charset="-78"/>
              <a:ea typeface="Bahij TheSansArabic Light" pitchFamily="34" charset="-122"/>
              <a:cs typeface="Bahij TheSansArabic Bold" panose="02040503050201020203" pitchFamily="18" charset="-78"/>
            </a:endParaRPr>
          </a:p>
          <a:p>
            <a:pPr algn="l" rtl="0">
              <a:lnSpc>
                <a:spcPct val="120000"/>
              </a:lnSpc>
            </a:pPr>
            <a:r>
              <a:rPr lang="en-US" sz="2200">
                <a:solidFill>
                  <a:schemeClr val="accent1"/>
                </a:solidFill>
                <a:latin typeface="Bahij TheSansArabic ExtraBold" panose="02040503050201020203" pitchFamily="18" charset="-78"/>
                <a:ea typeface="Bahij TheSansArabic Light" pitchFamily="34" charset="-122"/>
                <a:cs typeface="Bahij TheSansArabic ExtraBold" panose="02040503050201020203" pitchFamily="18" charset="-78"/>
              </a:rPr>
              <a:t>abcdefghuijlmnoABCDEFGHIJLMN 123456!@#$%&amp;*
</a:t>
            </a:r>
            <a:r>
              <a:rPr lang="ar-SA" sz="2200">
                <a:solidFill>
                  <a:schemeClr val="accent1"/>
                </a:solidFill>
                <a:latin typeface="Bahij TheSansArabic ExtraBold" panose="02040503050201020203" pitchFamily="18" charset="-78"/>
                <a:ea typeface="Bahij TheSansArabic Light" pitchFamily="34" charset="-122"/>
                <a:cs typeface="Bahij TheSansArabic ExtraBold" panose="02040503050201020203" pitchFamily="18" charset="-78"/>
              </a:rPr>
              <a:t>أ ب ت ث ج ح خ د ذ ر ز س ش ص ض ط ظ ع غ ف ق ك ل م ن ه و ي
</a:t>
            </a:r>
            <a:endParaRPr lang="en-US" sz="2200">
              <a:solidFill>
                <a:schemeClr val="accent1"/>
              </a:solidFill>
              <a:latin typeface="Bahij TheSansArabic ExtraBold" panose="02040503050201020203" pitchFamily="18" charset="-78"/>
              <a:ea typeface="Bahij TheSansArabic Light" pitchFamily="34" charset="-122"/>
              <a:cs typeface="Bahij TheSansArabic ExtraBold" panose="02040503050201020203" pitchFamily="18" charset="-78"/>
            </a:endParaRPr>
          </a:p>
          <a:p>
            <a:pPr algn="l" rtl="0">
              <a:lnSpc>
                <a:spcPct val="120000"/>
              </a:lnSpc>
            </a:pPr>
            <a:r>
              <a:rPr lang="en-US" sz="2200">
                <a:solidFill>
                  <a:schemeClr val="accent1"/>
                </a:solidFill>
                <a:latin typeface="Bahij TheSansArabic Black" panose="02040703060201020203" pitchFamily="18" charset="-78"/>
                <a:ea typeface="Bahij TheSansArabic Light" pitchFamily="34" charset="-122"/>
                <a:cs typeface="Bahij TheSansArabic Black" panose="02040703060201020203" pitchFamily="18" charset="-78"/>
              </a:rPr>
              <a:t>abcdefghuijlmnoABCDEFGHIJLMN 123456!@#$%&amp;*
</a:t>
            </a:r>
            <a:r>
              <a:rPr lang="ar-SA" sz="2200">
                <a:solidFill>
                  <a:schemeClr val="accent1"/>
                </a:solidFill>
                <a:latin typeface="Bahij TheSansArabic Black" panose="02040703060201020203" pitchFamily="18" charset="-78"/>
                <a:ea typeface="Bahij TheSansArabic Light" pitchFamily="34" charset="-122"/>
                <a:cs typeface="Bahij TheSansArabic Black" panose="02040703060201020203" pitchFamily="18" charset="-78"/>
              </a:rPr>
              <a:t>أ ب ت ث ج ح خ د ذ ر ز س ش ص ض ط ظ ع غ ف ق ك ل م ن ه و ي</a:t>
            </a:r>
            <a:endParaRPr lang="en-US" sz="2200">
              <a:solidFill>
                <a:schemeClr val="accent1"/>
              </a:solidFill>
              <a:latin typeface="Bahij TheSansArabic Black" panose="02040703060201020203" pitchFamily="18" charset="-78"/>
              <a:cs typeface="Bahij TheSansArabic Black" panose="02040703060201020203" pitchFamily="18" charset="-78"/>
            </a:endParaRPr>
          </a:p>
        </p:txBody>
      </p:sp>
      <p:sp>
        <p:nvSpPr>
          <p:cNvPr id="4" name="Text 9">
            <a:extLst>
              <a:ext uri="{FF2B5EF4-FFF2-40B4-BE49-F238E27FC236}">
                <a16:creationId xmlns:a16="http://schemas.microsoft.com/office/drawing/2014/main" id="{844DEA89-F694-B791-9C76-4E9630E7D225}"/>
              </a:ext>
            </a:extLst>
          </p:cNvPr>
          <p:cNvSpPr/>
          <p:nvPr/>
        </p:nvSpPr>
        <p:spPr>
          <a:xfrm>
            <a:off x="12554202" y="3087476"/>
            <a:ext cx="3028031" cy="7181317"/>
          </a:xfrm>
          <a:prstGeom prst="rect">
            <a:avLst/>
          </a:prstGeom>
          <a:noFill/>
          <a:ln/>
        </p:spPr>
        <p:txBody>
          <a:bodyPr wrap="square" lIns="0" tIns="0" rIns="0" bIns="0" rtlCol="0" anchor="t">
            <a:noAutofit/>
          </a:bodyPr>
          <a:lstStyle/>
          <a:p>
            <a:pPr algn="l" rtl="0">
              <a:lnSpc>
                <a:spcPct val="350000"/>
              </a:lnSpc>
            </a:pPr>
            <a:r>
              <a:rPr lang="en-US" sz="2200">
                <a:solidFill>
                  <a:srgbClr val="0B4D89"/>
                </a:solidFill>
                <a:latin typeface="Bahij TheSansArabic Light" panose="02040503050201020203" pitchFamily="18" charset="-78"/>
                <a:ea typeface="Bahij TheSansArabic Plain" pitchFamily="34" charset="-122"/>
                <a:cs typeface="Bahij TheSansArabic Light" panose="02040503050201020203" pitchFamily="18" charset="-78"/>
              </a:rPr>
              <a:t>Bahij -  Light</a:t>
            </a:r>
            <a:r>
              <a:rPr lang="en-US" sz="2200">
                <a:solidFill>
                  <a:srgbClr val="0B4D89"/>
                </a:solidFill>
                <a:latin typeface="Bahij TheSansArabic Plain" pitchFamily="34" charset="0"/>
                <a:ea typeface="Bahij TheSansArabic Plain" pitchFamily="34" charset="-122"/>
                <a:cs typeface="Bahij TheSansArabic Plain" pitchFamily="34" charset="-120"/>
              </a:rPr>
              <a:t>
Bahij -  Plain
</a:t>
            </a:r>
            <a:r>
              <a:rPr lang="en-US" sz="2200">
                <a:solidFill>
                  <a:srgbClr val="0B4D89"/>
                </a:solidFill>
                <a:latin typeface="Bahij TheSansArabic SemiBold" panose="02040503050201020203" pitchFamily="18" charset="-78"/>
                <a:ea typeface="Bahij TheSansArabic Plain" pitchFamily="34" charset="-122"/>
                <a:cs typeface="Bahij TheSansArabic SemiBold" panose="02040503050201020203" pitchFamily="18" charset="-78"/>
              </a:rPr>
              <a:t>Bahij -  Semi Bold</a:t>
            </a:r>
            <a:r>
              <a:rPr lang="en-US" sz="2200">
                <a:solidFill>
                  <a:srgbClr val="0B4D89"/>
                </a:solidFill>
                <a:latin typeface="Bahij TheSansArabic Plain" pitchFamily="34" charset="0"/>
                <a:ea typeface="Bahij TheSansArabic Plain" pitchFamily="34" charset="-122"/>
                <a:cs typeface="Bahij TheSansArabic Plain" pitchFamily="34" charset="-120"/>
              </a:rPr>
              <a:t>
</a:t>
            </a:r>
            <a:r>
              <a:rPr lang="en-US" sz="2200">
                <a:solidFill>
                  <a:srgbClr val="0B4D89"/>
                </a:solidFill>
                <a:latin typeface="Bahij TheSansArabic Bold" panose="02040503050201020203" pitchFamily="18" charset="-78"/>
                <a:ea typeface="Bahij TheSansArabic Plain" pitchFamily="34" charset="-122"/>
                <a:cs typeface="Bahij TheSansArabic Bold" panose="02040503050201020203" pitchFamily="18" charset="-78"/>
              </a:rPr>
              <a:t>Bahij -  Bold</a:t>
            </a:r>
            <a:r>
              <a:rPr lang="en-US" sz="2200">
                <a:solidFill>
                  <a:srgbClr val="0B4D89"/>
                </a:solidFill>
                <a:latin typeface="Bahij TheSansArabic Plain" pitchFamily="34" charset="0"/>
                <a:ea typeface="Bahij TheSansArabic Plain" pitchFamily="34" charset="-122"/>
                <a:cs typeface="Bahij TheSansArabic Plain" pitchFamily="34" charset="-120"/>
              </a:rPr>
              <a:t>
</a:t>
            </a:r>
            <a:r>
              <a:rPr lang="en-US" sz="2200">
                <a:solidFill>
                  <a:srgbClr val="0B4D89"/>
                </a:solidFill>
                <a:latin typeface="Bahij TheSansArabic ExtraBold" panose="02040503050201020203" pitchFamily="18" charset="-78"/>
                <a:ea typeface="Bahij TheSansArabic Plain" pitchFamily="34" charset="-122"/>
                <a:cs typeface="Bahij TheSansArabic ExtraBold" panose="02040503050201020203" pitchFamily="18" charset="-78"/>
              </a:rPr>
              <a:t>Bahij -  Extra Bold</a:t>
            </a:r>
            <a:r>
              <a:rPr lang="en-US" sz="2200">
                <a:solidFill>
                  <a:srgbClr val="0B4D89"/>
                </a:solidFill>
                <a:latin typeface="Bahij TheSansArabic Plain" pitchFamily="34" charset="0"/>
                <a:ea typeface="Bahij TheSansArabic Plain" pitchFamily="34" charset="-122"/>
                <a:cs typeface="Bahij TheSansArabic Plain" pitchFamily="34" charset="-120"/>
              </a:rPr>
              <a:t>
</a:t>
            </a:r>
            <a:r>
              <a:rPr lang="en-US" sz="2200">
                <a:solidFill>
                  <a:srgbClr val="0B4D89"/>
                </a:solidFill>
                <a:latin typeface="Bahij TheSansArabic Black" panose="02040703060201020203" pitchFamily="18" charset="-78"/>
                <a:ea typeface="Bahij TheSansArabic Plain" pitchFamily="34" charset="-122"/>
                <a:cs typeface="Bahij TheSansArabic Black" panose="02040703060201020203" pitchFamily="18" charset="-78"/>
              </a:rPr>
              <a:t>Bahij -  Black</a:t>
            </a:r>
            <a:endParaRPr lang="en-US" sz="2200">
              <a:latin typeface="Bahij TheSansArabic Black" panose="02040703060201020203" pitchFamily="18" charset="-78"/>
              <a:cs typeface="Bahij TheSansArabic Black" panose="02040703060201020203" pitchFamily="18" charset="-78"/>
            </a:endParaRPr>
          </a:p>
        </p:txBody>
      </p:sp>
    </p:spTree>
    <p:extLst>
      <p:ext uri="{BB962C8B-B14F-4D97-AF65-F5344CB8AC3E}">
        <p14:creationId xmlns:p14="http://schemas.microsoft.com/office/powerpoint/2010/main" val="3893409517"/>
      </p:ext>
    </p:extLst>
  </p:cSld>
  <p:clrMapOvr>
    <a:masterClrMapping/>
  </p:clrMapOvr>
  <mc:AlternateContent xmlns:mc="http://schemas.openxmlformats.org/markup-compatibility/2006" xmlns:p14="http://schemas.microsoft.com/office/powerpoint/2010/main">
    <mc:Choice Requires="p14">
      <p:transition spd="slow" p14:dur="125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Box 35">
            <a:extLst>
              <a:ext uri="{FF2B5EF4-FFF2-40B4-BE49-F238E27FC236}">
                <a16:creationId xmlns:a16="http://schemas.microsoft.com/office/drawing/2014/main" id="{17476619-D733-0D4D-851D-F6198FDBA389}"/>
              </a:ext>
            </a:extLst>
          </p:cNvPr>
          <p:cNvSpPr txBox="1"/>
          <p:nvPr/>
        </p:nvSpPr>
        <p:spPr>
          <a:xfrm>
            <a:off x="4240378" y="5298601"/>
            <a:ext cx="6910428" cy="1563377"/>
          </a:xfrm>
          <a:prstGeom prst="rect">
            <a:avLst/>
          </a:prstGeom>
          <a:noFill/>
        </p:spPr>
        <p:txBody>
          <a:bodyPr wrap="square" rtlCol="0">
            <a:spAutoFit/>
          </a:bodyPr>
          <a:lstStyle/>
          <a:p>
            <a:pPr algn="l" rtl="0">
              <a:lnSpc>
                <a:spcPct val="150000"/>
              </a:lnSpc>
            </a:pPr>
            <a:r>
              <a:rPr lang="en-US" sz="2200">
                <a:solidFill>
                  <a:schemeClr val="accent2"/>
                </a:solidFill>
              </a:rPr>
              <a:t>Synth chartreuse XOXO, tacos </a:t>
            </a:r>
            <a:r>
              <a:rPr lang="en-US" sz="2200" err="1">
                <a:solidFill>
                  <a:schemeClr val="accent2"/>
                </a:solidFill>
              </a:rPr>
              <a:t>brooklyn</a:t>
            </a:r>
            <a:r>
              <a:rPr lang="en-US" sz="2200">
                <a:solidFill>
                  <a:schemeClr val="accent2"/>
                </a:solidFill>
              </a:rPr>
              <a:t> VHS plaid.</a:t>
            </a:r>
          </a:p>
          <a:p>
            <a:pPr algn="l" rtl="0">
              <a:lnSpc>
                <a:spcPct val="150000"/>
              </a:lnSpc>
            </a:pPr>
            <a:r>
              <a:rPr lang="en-US" sz="2200">
                <a:solidFill>
                  <a:schemeClr val="accent2"/>
                </a:solidFill>
              </a:rPr>
              <a:t>Hashtag fashion axe </a:t>
            </a:r>
            <a:r>
              <a:rPr lang="en-US" sz="2200" err="1">
                <a:solidFill>
                  <a:schemeClr val="accent2"/>
                </a:solidFill>
              </a:rPr>
              <a:t>fingerstache</a:t>
            </a:r>
            <a:r>
              <a:rPr lang="en-US" sz="2200">
                <a:solidFill>
                  <a:schemeClr val="accent2"/>
                </a:solidFill>
              </a:rPr>
              <a:t>, everyday carry </a:t>
            </a:r>
            <a:r>
              <a:rPr lang="en-US" sz="2200" err="1">
                <a:solidFill>
                  <a:schemeClr val="accent2"/>
                </a:solidFill>
              </a:rPr>
              <a:t>shoreditch</a:t>
            </a:r>
            <a:r>
              <a:rPr lang="en-US" sz="2200">
                <a:solidFill>
                  <a:schemeClr val="accent2"/>
                </a:solidFill>
              </a:rPr>
              <a:t> </a:t>
            </a:r>
            <a:r>
              <a:rPr lang="en-US" sz="2200" err="1">
                <a:solidFill>
                  <a:schemeClr val="accent2"/>
                </a:solidFill>
              </a:rPr>
              <a:t>pinterest</a:t>
            </a:r>
            <a:r>
              <a:rPr lang="en-US" sz="2200">
                <a:solidFill>
                  <a:schemeClr val="accent2"/>
                </a:solidFill>
              </a:rPr>
              <a:t> umami authentic </a:t>
            </a:r>
            <a:r>
              <a:rPr lang="en-US" sz="2200" err="1">
                <a:solidFill>
                  <a:schemeClr val="accent2"/>
                </a:solidFill>
              </a:rPr>
              <a:t>brooklyn</a:t>
            </a:r>
            <a:r>
              <a:rPr lang="en-US" sz="2200">
                <a:solidFill>
                  <a:schemeClr val="accent2"/>
                </a:solidFill>
              </a:rPr>
              <a:t> YOLO.</a:t>
            </a:r>
          </a:p>
        </p:txBody>
      </p:sp>
      <p:sp>
        <p:nvSpPr>
          <p:cNvPr id="37" name="TextBox 36">
            <a:extLst>
              <a:ext uri="{FF2B5EF4-FFF2-40B4-BE49-F238E27FC236}">
                <a16:creationId xmlns:a16="http://schemas.microsoft.com/office/drawing/2014/main" id="{CC963093-EA21-834E-A116-CAA8A44BA8D0}"/>
              </a:ext>
            </a:extLst>
          </p:cNvPr>
          <p:cNvSpPr txBox="1"/>
          <p:nvPr/>
        </p:nvSpPr>
        <p:spPr>
          <a:xfrm>
            <a:off x="4253639" y="4626578"/>
            <a:ext cx="4333378" cy="620170"/>
          </a:xfrm>
          <a:prstGeom prst="rect">
            <a:avLst/>
          </a:prstGeom>
          <a:noFill/>
        </p:spPr>
        <p:txBody>
          <a:bodyPr wrap="square" rtlCol="0">
            <a:spAutoFit/>
          </a:bodyPr>
          <a:lstStyle/>
          <a:p>
            <a:pPr algn="l" rtl="0">
              <a:lnSpc>
                <a:spcPct val="130000"/>
              </a:lnSpc>
            </a:pPr>
            <a:r>
              <a:rPr lang="en-AU" sz="2800">
                <a:solidFill>
                  <a:schemeClr val="accent1"/>
                </a:solidFill>
                <a:latin typeface="Bahij TheSansArabic ExtraBold" panose="02040503050201020203" pitchFamily="18" charset="-78"/>
                <a:ea typeface="Roboto Black" panose="02000000000000000000" pitchFamily="2" charset="0"/>
                <a:cs typeface="Roboto Black" panose="02000000000000000000" pitchFamily="2" charset="0"/>
              </a:rPr>
              <a:t>Analysis 01</a:t>
            </a:r>
          </a:p>
        </p:txBody>
      </p:sp>
      <p:sp>
        <p:nvSpPr>
          <p:cNvPr id="38" name="TextBox 37">
            <a:extLst>
              <a:ext uri="{FF2B5EF4-FFF2-40B4-BE49-F238E27FC236}">
                <a16:creationId xmlns:a16="http://schemas.microsoft.com/office/drawing/2014/main" id="{2AC0592A-8744-A146-BF48-482B577559AB}"/>
              </a:ext>
            </a:extLst>
          </p:cNvPr>
          <p:cNvSpPr txBox="1"/>
          <p:nvPr/>
        </p:nvSpPr>
        <p:spPr>
          <a:xfrm>
            <a:off x="4240378" y="9314695"/>
            <a:ext cx="6910428" cy="1563377"/>
          </a:xfrm>
          <a:prstGeom prst="rect">
            <a:avLst/>
          </a:prstGeom>
          <a:noFill/>
        </p:spPr>
        <p:txBody>
          <a:bodyPr wrap="square" rtlCol="0">
            <a:spAutoFit/>
          </a:bodyPr>
          <a:lstStyle/>
          <a:p>
            <a:pPr algn="l" rtl="0">
              <a:lnSpc>
                <a:spcPct val="150000"/>
              </a:lnSpc>
            </a:pPr>
            <a:r>
              <a:rPr lang="en-US" sz="2200">
                <a:solidFill>
                  <a:schemeClr val="accent2"/>
                </a:solidFill>
              </a:rPr>
              <a:t>Synth chartreuse XOXO, tacos </a:t>
            </a:r>
            <a:r>
              <a:rPr lang="en-US" sz="2200" err="1">
                <a:solidFill>
                  <a:schemeClr val="accent2"/>
                </a:solidFill>
              </a:rPr>
              <a:t>brooklyn</a:t>
            </a:r>
            <a:r>
              <a:rPr lang="en-US" sz="2200">
                <a:solidFill>
                  <a:schemeClr val="accent2"/>
                </a:solidFill>
              </a:rPr>
              <a:t> VHS plaid.</a:t>
            </a:r>
          </a:p>
          <a:p>
            <a:pPr algn="l" rtl="0">
              <a:lnSpc>
                <a:spcPct val="150000"/>
              </a:lnSpc>
            </a:pPr>
            <a:r>
              <a:rPr lang="en-US" sz="2200">
                <a:solidFill>
                  <a:schemeClr val="accent2"/>
                </a:solidFill>
              </a:rPr>
              <a:t>Hashtag fashion axe </a:t>
            </a:r>
            <a:r>
              <a:rPr lang="en-US" sz="2200" err="1">
                <a:solidFill>
                  <a:schemeClr val="accent2"/>
                </a:solidFill>
              </a:rPr>
              <a:t>fingerstache</a:t>
            </a:r>
            <a:r>
              <a:rPr lang="en-US" sz="2200">
                <a:solidFill>
                  <a:schemeClr val="accent2"/>
                </a:solidFill>
              </a:rPr>
              <a:t>, everyday carry </a:t>
            </a:r>
            <a:r>
              <a:rPr lang="en-US" sz="2200" err="1">
                <a:solidFill>
                  <a:schemeClr val="accent2"/>
                </a:solidFill>
              </a:rPr>
              <a:t>shoreditch</a:t>
            </a:r>
            <a:r>
              <a:rPr lang="en-US" sz="2200">
                <a:solidFill>
                  <a:schemeClr val="accent2"/>
                </a:solidFill>
              </a:rPr>
              <a:t> </a:t>
            </a:r>
            <a:r>
              <a:rPr lang="en-US" sz="2200" err="1">
                <a:solidFill>
                  <a:schemeClr val="accent2"/>
                </a:solidFill>
              </a:rPr>
              <a:t>pinterest</a:t>
            </a:r>
            <a:r>
              <a:rPr lang="en-US" sz="2200">
                <a:solidFill>
                  <a:schemeClr val="accent2"/>
                </a:solidFill>
              </a:rPr>
              <a:t> umami authentic </a:t>
            </a:r>
            <a:r>
              <a:rPr lang="en-US" sz="2200" err="1">
                <a:solidFill>
                  <a:schemeClr val="accent2"/>
                </a:solidFill>
              </a:rPr>
              <a:t>brooklyn</a:t>
            </a:r>
            <a:r>
              <a:rPr lang="en-US" sz="2200">
                <a:solidFill>
                  <a:schemeClr val="accent2"/>
                </a:solidFill>
              </a:rPr>
              <a:t> YOLO.</a:t>
            </a:r>
          </a:p>
        </p:txBody>
      </p:sp>
      <p:sp>
        <p:nvSpPr>
          <p:cNvPr id="39" name="TextBox 38">
            <a:extLst>
              <a:ext uri="{FF2B5EF4-FFF2-40B4-BE49-F238E27FC236}">
                <a16:creationId xmlns:a16="http://schemas.microsoft.com/office/drawing/2014/main" id="{1044B39E-86B2-DE42-AFE9-ECE119A07D37}"/>
              </a:ext>
            </a:extLst>
          </p:cNvPr>
          <p:cNvSpPr txBox="1"/>
          <p:nvPr/>
        </p:nvSpPr>
        <p:spPr>
          <a:xfrm>
            <a:off x="4253639" y="8642670"/>
            <a:ext cx="4333378" cy="620170"/>
          </a:xfrm>
          <a:prstGeom prst="rect">
            <a:avLst/>
          </a:prstGeom>
          <a:noFill/>
        </p:spPr>
        <p:txBody>
          <a:bodyPr wrap="square" rtlCol="0">
            <a:spAutoFit/>
          </a:bodyPr>
          <a:lstStyle/>
          <a:p>
            <a:pPr algn="l" rtl="0">
              <a:lnSpc>
                <a:spcPct val="130000"/>
              </a:lnSpc>
            </a:pPr>
            <a:r>
              <a:rPr lang="en-AU" sz="2800">
                <a:solidFill>
                  <a:schemeClr val="accent1"/>
                </a:solidFill>
                <a:latin typeface="Bahij TheSansArabic ExtraBold" panose="02040503050201020203" pitchFamily="18" charset="-78"/>
                <a:ea typeface="Roboto Black" panose="02000000000000000000" pitchFamily="2" charset="0"/>
                <a:cs typeface="Roboto Black" panose="02000000000000000000" pitchFamily="2" charset="0"/>
              </a:rPr>
              <a:t>Analysis 03</a:t>
            </a:r>
          </a:p>
        </p:txBody>
      </p:sp>
      <p:sp>
        <p:nvSpPr>
          <p:cNvPr id="40" name="TextBox 39">
            <a:extLst>
              <a:ext uri="{FF2B5EF4-FFF2-40B4-BE49-F238E27FC236}">
                <a16:creationId xmlns:a16="http://schemas.microsoft.com/office/drawing/2014/main" id="{946E17EF-D754-224D-AB46-4F52B75CADDB}"/>
              </a:ext>
            </a:extLst>
          </p:cNvPr>
          <p:cNvSpPr txBox="1"/>
          <p:nvPr/>
        </p:nvSpPr>
        <p:spPr>
          <a:xfrm>
            <a:off x="14466968" y="5298601"/>
            <a:ext cx="6910428" cy="1563377"/>
          </a:xfrm>
          <a:prstGeom prst="rect">
            <a:avLst/>
          </a:prstGeom>
          <a:noFill/>
        </p:spPr>
        <p:txBody>
          <a:bodyPr wrap="square" rtlCol="0">
            <a:spAutoFit/>
          </a:bodyPr>
          <a:lstStyle/>
          <a:p>
            <a:pPr algn="l" rtl="0">
              <a:lnSpc>
                <a:spcPct val="150000"/>
              </a:lnSpc>
            </a:pPr>
            <a:r>
              <a:rPr lang="en-US" sz="2200">
                <a:solidFill>
                  <a:schemeClr val="accent2"/>
                </a:solidFill>
              </a:rPr>
              <a:t>Synth chartreuse XOXO, tacos </a:t>
            </a:r>
            <a:r>
              <a:rPr lang="en-US" sz="2200" err="1">
                <a:solidFill>
                  <a:schemeClr val="accent2"/>
                </a:solidFill>
              </a:rPr>
              <a:t>brooklyn</a:t>
            </a:r>
            <a:r>
              <a:rPr lang="en-US" sz="2200">
                <a:solidFill>
                  <a:schemeClr val="accent2"/>
                </a:solidFill>
              </a:rPr>
              <a:t> VHS plaid.</a:t>
            </a:r>
          </a:p>
          <a:p>
            <a:pPr algn="l" rtl="0">
              <a:lnSpc>
                <a:spcPct val="150000"/>
              </a:lnSpc>
            </a:pPr>
            <a:r>
              <a:rPr lang="en-US" sz="2200">
                <a:solidFill>
                  <a:schemeClr val="accent2"/>
                </a:solidFill>
              </a:rPr>
              <a:t>Hashtag fashion axe </a:t>
            </a:r>
            <a:r>
              <a:rPr lang="en-US" sz="2200" err="1">
                <a:solidFill>
                  <a:schemeClr val="accent2"/>
                </a:solidFill>
              </a:rPr>
              <a:t>fingerstache</a:t>
            </a:r>
            <a:r>
              <a:rPr lang="en-US" sz="2200">
                <a:solidFill>
                  <a:schemeClr val="accent2"/>
                </a:solidFill>
              </a:rPr>
              <a:t>, everyday carry </a:t>
            </a:r>
            <a:r>
              <a:rPr lang="en-US" sz="2200" err="1">
                <a:solidFill>
                  <a:schemeClr val="accent2"/>
                </a:solidFill>
              </a:rPr>
              <a:t>shoreditch</a:t>
            </a:r>
            <a:r>
              <a:rPr lang="en-US" sz="2200">
                <a:solidFill>
                  <a:schemeClr val="accent2"/>
                </a:solidFill>
              </a:rPr>
              <a:t> </a:t>
            </a:r>
            <a:r>
              <a:rPr lang="en-US" sz="2200" err="1">
                <a:solidFill>
                  <a:schemeClr val="accent2"/>
                </a:solidFill>
              </a:rPr>
              <a:t>pinterest</a:t>
            </a:r>
            <a:r>
              <a:rPr lang="en-US" sz="2200">
                <a:solidFill>
                  <a:schemeClr val="accent2"/>
                </a:solidFill>
              </a:rPr>
              <a:t> umami authentic </a:t>
            </a:r>
            <a:r>
              <a:rPr lang="en-US" sz="2200" err="1">
                <a:solidFill>
                  <a:schemeClr val="accent2"/>
                </a:solidFill>
              </a:rPr>
              <a:t>brooklyn</a:t>
            </a:r>
            <a:r>
              <a:rPr lang="en-US" sz="2200">
                <a:solidFill>
                  <a:schemeClr val="accent2"/>
                </a:solidFill>
              </a:rPr>
              <a:t> YOLO.</a:t>
            </a:r>
          </a:p>
        </p:txBody>
      </p:sp>
      <p:sp>
        <p:nvSpPr>
          <p:cNvPr id="41" name="TextBox 40">
            <a:extLst>
              <a:ext uri="{FF2B5EF4-FFF2-40B4-BE49-F238E27FC236}">
                <a16:creationId xmlns:a16="http://schemas.microsoft.com/office/drawing/2014/main" id="{5BFD1102-BE28-B848-B0D1-BCD0BBA2B9D5}"/>
              </a:ext>
            </a:extLst>
          </p:cNvPr>
          <p:cNvSpPr txBox="1"/>
          <p:nvPr/>
        </p:nvSpPr>
        <p:spPr>
          <a:xfrm>
            <a:off x="14480229" y="4626578"/>
            <a:ext cx="4333378" cy="620170"/>
          </a:xfrm>
          <a:prstGeom prst="rect">
            <a:avLst/>
          </a:prstGeom>
          <a:noFill/>
        </p:spPr>
        <p:txBody>
          <a:bodyPr wrap="square" rtlCol="0">
            <a:spAutoFit/>
          </a:bodyPr>
          <a:lstStyle/>
          <a:p>
            <a:pPr algn="l" rtl="0">
              <a:lnSpc>
                <a:spcPct val="130000"/>
              </a:lnSpc>
            </a:pPr>
            <a:r>
              <a:rPr lang="en-AU" sz="2800">
                <a:solidFill>
                  <a:schemeClr val="accent1"/>
                </a:solidFill>
                <a:latin typeface="Bahij TheSansArabic ExtraBold" panose="02040503050201020203" pitchFamily="18" charset="-78"/>
                <a:ea typeface="Roboto Black" panose="02000000000000000000" pitchFamily="2" charset="0"/>
                <a:cs typeface="Roboto Black" panose="02000000000000000000" pitchFamily="2" charset="0"/>
              </a:rPr>
              <a:t>Analysis 02</a:t>
            </a:r>
          </a:p>
        </p:txBody>
      </p:sp>
      <p:sp>
        <p:nvSpPr>
          <p:cNvPr id="42" name="TextBox 41">
            <a:extLst>
              <a:ext uri="{FF2B5EF4-FFF2-40B4-BE49-F238E27FC236}">
                <a16:creationId xmlns:a16="http://schemas.microsoft.com/office/drawing/2014/main" id="{6E4BF7F7-1093-664C-BB31-2309275FC214}"/>
              </a:ext>
            </a:extLst>
          </p:cNvPr>
          <p:cNvSpPr txBox="1"/>
          <p:nvPr/>
        </p:nvSpPr>
        <p:spPr>
          <a:xfrm>
            <a:off x="14466968" y="9314695"/>
            <a:ext cx="6910428" cy="1563377"/>
          </a:xfrm>
          <a:prstGeom prst="rect">
            <a:avLst/>
          </a:prstGeom>
          <a:noFill/>
        </p:spPr>
        <p:txBody>
          <a:bodyPr wrap="square" rtlCol="0">
            <a:spAutoFit/>
          </a:bodyPr>
          <a:lstStyle/>
          <a:p>
            <a:pPr algn="l" rtl="0">
              <a:lnSpc>
                <a:spcPct val="150000"/>
              </a:lnSpc>
            </a:pPr>
            <a:r>
              <a:rPr lang="en-US" sz="2200">
                <a:solidFill>
                  <a:schemeClr val="accent2"/>
                </a:solidFill>
              </a:rPr>
              <a:t>Synth chartreuse XOXO, tacos </a:t>
            </a:r>
            <a:r>
              <a:rPr lang="en-US" sz="2200" err="1">
                <a:solidFill>
                  <a:schemeClr val="accent2"/>
                </a:solidFill>
              </a:rPr>
              <a:t>brooklyn</a:t>
            </a:r>
            <a:r>
              <a:rPr lang="en-US" sz="2200">
                <a:solidFill>
                  <a:schemeClr val="accent2"/>
                </a:solidFill>
              </a:rPr>
              <a:t> VHS plaid.</a:t>
            </a:r>
          </a:p>
          <a:p>
            <a:pPr algn="l" rtl="0">
              <a:lnSpc>
                <a:spcPct val="150000"/>
              </a:lnSpc>
            </a:pPr>
            <a:r>
              <a:rPr lang="en-US" sz="2200">
                <a:solidFill>
                  <a:schemeClr val="accent2"/>
                </a:solidFill>
              </a:rPr>
              <a:t>Hashtag fashion axe </a:t>
            </a:r>
            <a:r>
              <a:rPr lang="en-US" sz="2200" err="1">
                <a:solidFill>
                  <a:schemeClr val="accent2"/>
                </a:solidFill>
              </a:rPr>
              <a:t>fingerstache</a:t>
            </a:r>
            <a:r>
              <a:rPr lang="en-US" sz="2200">
                <a:solidFill>
                  <a:schemeClr val="accent2"/>
                </a:solidFill>
              </a:rPr>
              <a:t>, everyday carry </a:t>
            </a:r>
            <a:r>
              <a:rPr lang="en-US" sz="2200" err="1">
                <a:solidFill>
                  <a:schemeClr val="accent2"/>
                </a:solidFill>
              </a:rPr>
              <a:t>shoreditch</a:t>
            </a:r>
            <a:r>
              <a:rPr lang="en-US" sz="2200">
                <a:solidFill>
                  <a:schemeClr val="accent2"/>
                </a:solidFill>
              </a:rPr>
              <a:t> </a:t>
            </a:r>
            <a:r>
              <a:rPr lang="en-US" sz="2200" err="1">
                <a:solidFill>
                  <a:schemeClr val="accent2"/>
                </a:solidFill>
              </a:rPr>
              <a:t>pinterest</a:t>
            </a:r>
            <a:r>
              <a:rPr lang="en-US" sz="2200">
                <a:solidFill>
                  <a:schemeClr val="accent2"/>
                </a:solidFill>
              </a:rPr>
              <a:t> umami authentic </a:t>
            </a:r>
            <a:r>
              <a:rPr lang="en-US" sz="2200" err="1">
                <a:solidFill>
                  <a:schemeClr val="accent2"/>
                </a:solidFill>
              </a:rPr>
              <a:t>brooklyn</a:t>
            </a:r>
            <a:r>
              <a:rPr lang="en-US" sz="2200">
                <a:solidFill>
                  <a:schemeClr val="accent2"/>
                </a:solidFill>
              </a:rPr>
              <a:t> YOLO.</a:t>
            </a:r>
          </a:p>
        </p:txBody>
      </p:sp>
      <p:sp>
        <p:nvSpPr>
          <p:cNvPr id="43" name="TextBox 42">
            <a:extLst>
              <a:ext uri="{FF2B5EF4-FFF2-40B4-BE49-F238E27FC236}">
                <a16:creationId xmlns:a16="http://schemas.microsoft.com/office/drawing/2014/main" id="{8C8DB4C2-9347-B54D-A3D5-86A55D114DB9}"/>
              </a:ext>
            </a:extLst>
          </p:cNvPr>
          <p:cNvSpPr txBox="1"/>
          <p:nvPr/>
        </p:nvSpPr>
        <p:spPr>
          <a:xfrm>
            <a:off x="14480229" y="8642670"/>
            <a:ext cx="4333378" cy="620170"/>
          </a:xfrm>
          <a:prstGeom prst="rect">
            <a:avLst/>
          </a:prstGeom>
          <a:noFill/>
        </p:spPr>
        <p:txBody>
          <a:bodyPr wrap="square" rtlCol="0">
            <a:spAutoFit/>
          </a:bodyPr>
          <a:lstStyle/>
          <a:p>
            <a:pPr algn="l" rtl="0">
              <a:lnSpc>
                <a:spcPct val="130000"/>
              </a:lnSpc>
            </a:pPr>
            <a:r>
              <a:rPr lang="en-AU" sz="2800">
                <a:solidFill>
                  <a:schemeClr val="accent1"/>
                </a:solidFill>
                <a:latin typeface="Bahij TheSansArabic ExtraBold" panose="02040503050201020203" pitchFamily="18" charset="-78"/>
                <a:ea typeface="Roboto Black" panose="02000000000000000000" pitchFamily="2" charset="0"/>
                <a:cs typeface="Roboto Black" panose="02000000000000000000" pitchFamily="2" charset="0"/>
              </a:rPr>
              <a:t>Analysis 04</a:t>
            </a:r>
          </a:p>
        </p:txBody>
      </p:sp>
      <p:pic>
        <p:nvPicPr>
          <p:cNvPr id="7" name="Graphic 6">
            <a:extLst>
              <a:ext uri="{FF2B5EF4-FFF2-40B4-BE49-F238E27FC236}">
                <a16:creationId xmlns:a16="http://schemas.microsoft.com/office/drawing/2014/main" id="{76A5846F-1028-1B16-7806-20ADEA5C09B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92814" y="4562810"/>
            <a:ext cx="914400" cy="914400"/>
          </a:xfrm>
          <a:prstGeom prst="rect">
            <a:avLst/>
          </a:prstGeom>
        </p:spPr>
      </p:pic>
      <p:pic>
        <p:nvPicPr>
          <p:cNvPr id="9" name="Graphic 8">
            <a:extLst>
              <a:ext uri="{FF2B5EF4-FFF2-40B4-BE49-F238E27FC236}">
                <a16:creationId xmlns:a16="http://schemas.microsoft.com/office/drawing/2014/main" id="{98C5FF50-EDA5-1316-7942-BED1D48CD40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92814" y="8585520"/>
            <a:ext cx="914400" cy="914400"/>
          </a:xfrm>
          <a:prstGeom prst="rect">
            <a:avLst/>
          </a:prstGeom>
        </p:spPr>
      </p:pic>
      <p:pic>
        <p:nvPicPr>
          <p:cNvPr id="11" name="Graphic 10">
            <a:extLst>
              <a:ext uri="{FF2B5EF4-FFF2-40B4-BE49-F238E27FC236}">
                <a16:creationId xmlns:a16="http://schemas.microsoft.com/office/drawing/2014/main" id="{2E4C47D2-E28D-E244-0159-C4CD70485B1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5932" y="8440778"/>
            <a:ext cx="914400" cy="914400"/>
          </a:xfrm>
          <a:prstGeom prst="rect">
            <a:avLst/>
          </a:prstGeom>
        </p:spPr>
      </p:pic>
      <p:pic>
        <p:nvPicPr>
          <p:cNvPr id="13" name="Graphic 12">
            <a:extLst>
              <a:ext uri="{FF2B5EF4-FFF2-40B4-BE49-F238E27FC236}">
                <a16:creationId xmlns:a16="http://schemas.microsoft.com/office/drawing/2014/main" id="{A193472E-6C09-BBF7-B544-7EACE3F55E3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085932" y="4562810"/>
            <a:ext cx="914400" cy="914400"/>
          </a:xfrm>
          <a:prstGeom prst="rect">
            <a:avLst/>
          </a:prstGeom>
        </p:spPr>
      </p:pic>
      <p:sp>
        <p:nvSpPr>
          <p:cNvPr id="2" name="Text Placeholder 1">
            <a:extLst>
              <a:ext uri="{FF2B5EF4-FFF2-40B4-BE49-F238E27FC236}">
                <a16:creationId xmlns:a16="http://schemas.microsoft.com/office/drawing/2014/main" id="{2FC0479A-4A36-2A4B-4BA5-B58ADDD08BC3}"/>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82776376-3464-72F6-7B57-080F3A897EBA}"/>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6832211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5EEC741-0BDD-BA3E-1071-34302542D9A5}"/>
              </a:ext>
            </a:extLst>
          </p:cNvPr>
          <p:cNvSpPr>
            <a:spLocks noGrp="1"/>
          </p:cNvSpPr>
          <p:nvPr>
            <p:ph type="title"/>
          </p:nvPr>
        </p:nvSpPr>
        <p:spPr/>
        <p:txBody>
          <a:bodyPr/>
          <a:lstStyle/>
          <a:p>
            <a:r>
              <a:rPr lang="en-US"/>
              <a:t>Thank you</a:t>
            </a:r>
          </a:p>
        </p:txBody>
      </p:sp>
    </p:spTree>
    <p:extLst>
      <p:ext uri="{BB962C8B-B14F-4D97-AF65-F5344CB8AC3E}">
        <p14:creationId xmlns:p14="http://schemas.microsoft.com/office/powerpoint/2010/main" val="2981659446"/>
      </p:ext>
    </p:extLst>
  </p:cSld>
  <p:clrMapOvr>
    <a:masterClrMapping/>
  </p:clrMapOvr>
  <mc:AlternateContent xmlns:mc="http://schemas.openxmlformats.org/markup-compatibility/2006" xmlns:p14="http://schemas.microsoft.com/office/powerpoint/2010/main">
    <mc:Choice Requires="p14">
      <p:transition spd="slow" p14:dur="1250" advTm="2000">
        <p14:switch dir="r"/>
      </p:transition>
    </mc:Choice>
    <mc:Fallback xmlns="">
      <p:transition spd="slow" advTm="2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4A37349E-ACD0-4FB7-209B-AA764EEE25F7}"/>
              </a:ext>
            </a:extLst>
          </p:cNvPr>
          <p:cNvSpPr>
            <a:spLocks noGrp="1"/>
          </p:cNvSpPr>
          <p:nvPr>
            <p:ph type="body" sz="quarter" idx="13"/>
          </p:nvPr>
        </p:nvSpPr>
        <p:spPr/>
        <p:txBody>
          <a:bodyPr/>
          <a:lstStyle/>
          <a:p>
            <a:r>
              <a:rPr lang="en-US" sz="11500" b="0">
                <a:latin typeface="Bahij TheSansArabic Black" panose="02040703060201020203" pitchFamily="18" charset="-78"/>
                <a:cs typeface="Bahij TheSansArabic Black" panose="02040703060201020203" pitchFamily="18" charset="-78"/>
              </a:rPr>
              <a:t>Thank You</a:t>
            </a:r>
          </a:p>
        </p:txBody>
      </p:sp>
      <p:sp>
        <p:nvSpPr>
          <p:cNvPr id="4" name="Text Placeholder 3">
            <a:extLst>
              <a:ext uri="{FF2B5EF4-FFF2-40B4-BE49-F238E27FC236}">
                <a16:creationId xmlns:a16="http://schemas.microsoft.com/office/drawing/2014/main" id="{9F34C00E-2D6C-D741-AA53-F41C2530E53A}"/>
              </a:ext>
            </a:extLst>
          </p:cNvPr>
          <p:cNvSpPr>
            <a:spLocks noGrp="1"/>
          </p:cNvSpPr>
          <p:nvPr>
            <p:ph type="body" sz="quarter" idx="14"/>
          </p:nvPr>
        </p:nvSpPr>
        <p:spPr/>
        <p:txBody>
          <a:bodyPr/>
          <a:lstStyle/>
          <a:p>
            <a:r>
              <a:rPr lang="en-US"/>
              <a:t>Saudi Agricultural and Livestock Investment Company </a:t>
            </a:r>
          </a:p>
        </p:txBody>
      </p:sp>
    </p:spTree>
    <p:extLst>
      <p:ext uri="{BB962C8B-B14F-4D97-AF65-F5344CB8AC3E}">
        <p14:creationId xmlns:p14="http://schemas.microsoft.com/office/powerpoint/2010/main" val="10138609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Inner Slids English">
  <a:themeElements>
    <a:clrScheme name="SALIC 2023">
      <a:dk1>
        <a:srgbClr val="08305C"/>
      </a:dk1>
      <a:lt1>
        <a:sysClr val="window" lastClr="FFFFFF"/>
      </a:lt1>
      <a:dk2>
        <a:srgbClr val="08305C"/>
      </a:dk2>
      <a:lt2>
        <a:srgbClr val="FFFFFF"/>
      </a:lt2>
      <a:accent1>
        <a:srgbClr val="0B4D89"/>
      </a:accent1>
      <a:accent2>
        <a:srgbClr val="2A7C62"/>
      </a:accent2>
      <a:accent3>
        <a:srgbClr val="A6D6AF"/>
      </a:accent3>
      <a:accent4>
        <a:srgbClr val="339BD6"/>
      </a:accent4>
      <a:accent5>
        <a:srgbClr val="E4F2E6"/>
      </a:accent5>
      <a:accent6>
        <a:srgbClr val="EBF5FB"/>
      </a:accent6>
      <a:hlink>
        <a:srgbClr val="F6FBF7"/>
      </a:hlink>
      <a:folHlink>
        <a:srgbClr val="0B4D89"/>
      </a:folHlink>
    </a:clrScheme>
    <a:fontScheme name="SALIC 2023">
      <a:majorFont>
        <a:latin typeface="Bahij TheSansArabic Bold"/>
        <a:ea typeface=""/>
        <a:cs typeface="Bahij TheSansArabic Bold"/>
      </a:majorFont>
      <a:minorFont>
        <a:latin typeface="Bahij TheSansArabic Plain"/>
        <a:ea typeface=""/>
        <a:cs typeface="Bahij TheSansArabic Plai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9BA49625065F24B9070FD6B6F243D81" ma:contentTypeVersion="17" ma:contentTypeDescription="Create a new document." ma:contentTypeScope="" ma:versionID="747f3138ebfd546453903cea856b6abc">
  <xsd:schema xmlns:xsd="http://www.w3.org/2001/XMLSchema" xmlns:xs="http://www.w3.org/2001/XMLSchema" xmlns:p="http://schemas.microsoft.com/office/2006/metadata/properties" xmlns:ns2="5745ab5c-8317-42b0-8706-ac6fbfcdee32" xmlns:ns3="d412715d-58eb-470e-99b1-f364ef17e74d" targetNamespace="http://schemas.microsoft.com/office/2006/metadata/properties" ma:root="true" ma:fieldsID="7f002bbf58994b2ccd3bcd41578fd2d2" ns2:_="" ns3:_="">
    <xsd:import namespace="5745ab5c-8317-42b0-8706-ac6fbfcdee32"/>
    <xsd:import namespace="d412715d-58eb-470e-99b1-f364ef17e74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AutoKeyPoints" minOccurs="0"/>
                <xsd:element ref="ns2:MediaServiceKeyPoints" minOccurs="0"/>
                <xsd:element ref="ns2:MediaServiceDateTake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5ab5c-8317-42b0-8706-ac6fbfcde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ea892352-cb36-4f80-9702-d2eaa105f00a"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412715d-58eb-470e-99b1-f364ef17e74d"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1c676336-8b61-4073-b96f-21c8f842efa6}" ma:internalName="TaxCatchAll" ma:showField="CatchAllData" ma:web="d412715d-58eb-470e-99b1-f364ef17e74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d412715d-58eb-470e-99b1-f364ef17e74d" xsi:nil="true"/>
    <SharedWithUsers xmlns="d412715d-58eb-470e-99b1-f364ef17e74d">
      <UserInfo>
        <DisplayName>Faris Duhaithem</DisplayName>
        <AccountId>5592</AccountId>
        <AccountType/>
      </UserInfo>
    </SharedWithUsers>
    <lcf76f155ced4ddcb4097134ff3c332f xmlns="5745ab5c-8317-42b0-8706-ac6fbfcdee32">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B257F1B-2D88-44AF-A7F9-F100EBF4BB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745ab5c-8317-42b0-8706-ac6fbfcdee32"/>
    <ds:schemaRef ds:uri="d412715d-58eb-470e-99b1-f364ef17e74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EBF40F6-9D19-44C6-85D4-EC302B9908E7}">
  <ds:schemaRefs>
    <ds:schemaRef ds:uri="5745ab5c-8317-42b0-8706-ac6fbfcdee32"/>
    <ds:schemaRef ds:uri="6b73904e-24e4-4f8d-beaf-6ff7937679a9"/>
    <ds:schemaRef ds:uri="d412715d-58eb-470e-99b1-f364ef17e74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1DB03CB6-62FA-434D-9EAE-7F130C1E911D}">
  <ds:schemaRefs>
    <ds:schemaRef ds:uri="http://schemas.microsoft.com/sharepoint/v3/contenttype/forms"/>
  </ds:schemaRefs>
</ds:datastoreItem>
</file>

<file path=docMetadata/LabelInfo.xml><?xml version="1.0" encoding="utf-8"?>
<clbl:labelList xmlns:clbl="http://schemas.microsoft.com/office/2020/mipLabelMetadata">
  <clbl:label id="{4c605176-7611-4f56-9dc9-c21907865ad2}" enabled="1" method="Privileged" siteId="{bea1b417-4237-40b8-b020-57fce9abdb43}" contentBits="5" removed="0"/>
</clbl:labelList>
</file>

<file path=docProps/app.xml><?xml version="1.0" encoding="utf-8"?>
<Properties xmlns="http://schemas.openxmlformats.org/officeDocument/2006/extended-properties" xmlns:vt="http://schemas.openxmlformats.org/officeDocument/2006/docPropsVTypes">
  <Template/>
  <TotalTime>15</TotalTime>
  <Words>761</Words>
  <Application>Microsoft Office PowerPoint</Application>
  <PresentationFormat>Custom</PresentationFormat>
  <Paragraphs>110</Paragraphs>
  <Slides>10</Slides>
  <Notes>10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10</vt:i4>
      </vt:variant>
    </vt:vector>
  </HeadingPairs>
  <TitlesOfParts>
    <vt:vector size="22" baseType="lpstr">
      <vt:lpstr>Aptos</vt:lpstr>
      <vt:lpstr>Arial</vt:lpstr>
      <vt:lpstr>Bahij TheSansArabic Black</vt:lpstr>
      <vt:lpstr>Bahij TheSansArabic Bold</vt:lpstr>
      <vt:lpstr>Bahij TheSansArabic ExtraBold</vt:lpstr>
      <vt:lpstr>Bahij TheSansArabic Light</vt:lpstr>
      <vt:lpstr>Bahij TheSansArabic Plain</vt:lpstr>
      <vt:lpstr>Bahij TheSansArabic SemiBold</vt:lpstr>
      <vt:lpstr>Calibri</vt:lpstr>
      <vt:lpstr>Source Sans Pro Light</vt:lpstr>
      <vt:lpstr>Inner Slids English</vt:lpstr>
      <vt:lpstr>think-cell Slide</vt:lpstr>
      <vt:lpstr>PowerPoint Presentation</vt:lpstr>
      <vt:lpstr>PowerPoint Presentation</vt:lpstr>
      <vt:lpstr>Section title here</vt:lpstr>
      <vt:lpstr>PowerPoint Presentation</vt:lpstr>
      <vt:lpstr>PowerPoint Presentation</vt:lpstr>
      <vt:lpstr>PowerPoint Presentation</vt:lpstr>
      <vt:lpstr>PowerPoint Presentation</vt:lpstr>
      <vt:lpstr>PowerPoint Presentation</vt:lpstr>
      <vt:lpstr>Thank you</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عرض تقديمي في PowerPoint</dc:title>
  <dc:creator>Monzer</dc:creator>
  <cp:lastModifiedBy>Hoft Global</cp:lastModifiedBy>
  <cp:revision>5</cp:revision>
  <cp:lastPrinted>2023-01-01T09:32:53Z</cp:lastPrinted>
  <dcterms:created xsi:type="dcterms:W3CDTF">2022-03-15T08:55:55Z</dcterms:created>
  <dcterms:modified xsi:type="dcterms:W3CDTF">2026-07-08T12:21:15Z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0x010100F9BA49625065F24B9070FD6B6F243D81</vt:lpwstr>
  </property>
  <property fmtid="{D5CDD505-2E9C-101B-9397-08002B2CF9AE}" pid="4" name="ClassificationContentMarkingHeaderLocations">
    <vt:lpwstr>Inner Slids English:15</vt:lpwstr>
  </property>
  <property fmtid="{D5CDD505-2E9C-101B-9397-08002B2CF9AE}" pid="5" name="ClassificationContentMarkingHeaderText">
    <vt:lpwstr>Classification: Confidential </vt:lpwstr>
  </property>
  <property fmtid="{D5CDD505-2E9C-101B-9397-08002B2CF9AE}" pid="6" name="ClassificationWatermarkLocations">
    <vt:lpwstr>Inner Slids English:17</vt:lpwstr>
  </property>
  <property fmtid="{D5CDD505-2E9C-101B-9397-08002B2CF9AE}" pid="7" name="ClassificationWatermarkText">
    <vt:lpwstr>Confidential </vt:lpwstr>
  </property>
</Properties>
</file>